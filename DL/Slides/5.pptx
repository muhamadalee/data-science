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89" r:id="rId3"/>
    <p:sldId id="290" r:id="rId4"/>
    <p:sldId id="293" r:id="rId5"/>
    <p:sldId id="291" r:id="rId6"/>
    <p:sldId id="294" r:id="rId7"/>
    <p:sldId id="296" r:id="rId8"/>
    <p:sldId id="295" r:id="rId9"/>
    <p:sldId id="292" r:id="rId10"/>
    <p:sldId id="299"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15" autoAdjust="0"/>
    <p:restoredTop sz="94660"/>
  </p:normalViewPr>
  <p:slideViewPr>
    <p:cSldViewPr snapToGrid="0">
      <p:cViewPr varScale="1">
        <p:scale>
          <a:sx n="88" d="100"/>
          <a:sy n="88" d="100"/>
        </p:scale>
        <p:origin x="246"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ink/ink1.xml><?xml version="1.0" encoding="utf-8"?>
<inkml:ink xmlns:inkml="http://www.w3.org/2003/InkML">
  <inkml:definitions>
    <inkml:context xml:id="ctx0">
      <inkml:inkSource xml:id="inkSrc0">
        <inkml:traceFormat>
          <inkml:channel name="X" type="integer" max="1440" units="cm"/>
          <inkml:channel name="Y" type="integer" max="900" units="cm"/>
          <inkml:channel name="T" type="integer" max="2.14748E9" units="dev"/>
        </inkml:traceFormat>
        <inkml:channelProperties>
          <inkml:channelProperty channel="X" name="resolution" value="35.29412" units="1/cm"/>
          <inkml:channelProperty channel="Y" name="resolution" value="35.29412" units="1/cm"/>
          <inkml:channelProperty channel="T" name="resolution" value="1" units="1/dev"/>
        </inkml:channelProperties>
      </inkml:inkSource>
      <inkml:timestamp xml:id="ts0" timeString="2019-12-19T11:03:31.892"/>
    </inkml:context>
    <inkml:brush xml:id="br0">
      <inkml:brushProperty name="width" value="0.05292" units="cm"/>
      <inkml:brushProperty name="height" value="0.05292" units="cm"/>
      <inkml:brushProperty name="color" value="#FF0000"/>
    </inkml:brush>
  </inkml:definitions>
  <inkml:trace contextRef="#ctx0" brushRef="#br0">14887 14863 0,'-23'-23'0,"23"93"31,0-23-31,-24 1247 141</inkml:trace>
  <inkml:trace contextRef="#ctx0" brushRef="#br0" timeOffset="2087.205">14911 14793 0,'23'-24'63,"71"-46"-48,0 70-15,0-24 16,118 1-16,0-1 16,-1 1-1,1 23-15,-24 0 16,-23 0-16,23 0 16,-117 0-16,23 0 15,0 0-15,-47 0 16,23 0-16,-46 0 15,23 0-15,23 0 16,25 0-16,-1 0 16,0 0-1,47 0-15,-47 0 0,-24 0 16,-23 0-16,24 0 16,-24 0-16,-23 0 15,46 0-15,24 0 16,47 0-16,-47 0 15,24 0-15,47 0 16,-48 0-16,-23 0 16,-23 0-16,-1 0 15,-23 0-15,-23 0 16,70 0-16,24 0 16,46 0-16,-70 0 15,0 0 1,-23 0-16,23 0 15,24 0-15,-24 0 16,-71 0-16,48 0 16,-48 0-16,24 0 15,-23 0-15,23 0 16,0 0 0,0 0-16,-24 0 15,1 0 110,-24 47-109,0 47-16,0 0 15,0 47-15,0-47 16,0 0-16,0 71 16,0-95-16,0 1 15,0-48-15,0 24 16,0-23-16,0 23 31,0 0-31,0 0 16,0-23-1,0-1-15,-47 24 16,47 24 0,0-24-1,-24-24-15,24 24 16,0 0-16,-23 0 16,-1 0-1,1 0 1,-24-47 46,0 0-46,0 0-16,-24 0 16,-23 0-16,-47-23 15,23 23-15,-46 0 16,-24 0-16,-48 0 15,-22 0-15,-1 0 16,47 0-16,24 0 16,-23 0-1,-48 0-15,47 0 16,-23 0-16,141 0 16,0 0-16,0 0 15,23 0-15,48 0 16,-71 0-16,23 0 15,24 0-15,-47 0 16,23 0-16,1 0 16,-1 0-16,24 0 15,-47 0-15,47 0 16,-23 0-16,23 0 16,-24 0-16,0 0 15,48 0-15,-24 0 16,-24 0-16,48 0 15,-71 0-15,23 0 16,24 0-16,-23-24 16,-1 24-16,48-47 15,-48 47-15,0 0 16,24 0-16,-47-23 16,47 23-16,-23 0 15,46 0-15,1 0 16,-1 0-1,1 0-15,-1 0 32</inkml:trace>
  <inkml:trace contextRef="#ctx0" brushRef="#br0" timeOffset="17826.398">19497 14746 0,'0'-24'0,"0"1"15,0-1 64,-24 24-64,-23 0 1,0 0-1,0 0-15,24 0 16,-48 0 0,24 47-16,0-47 0,24 24 15,-1-1 1,-23-23 15,47 24-31,-24-1 16,24 24-1,-23-47-15,-1 0 32,1 24-32,23-1 15,-24 24-15,1-47 16,-1 24-16,24-1 16,0 1-1,-23 0-15,23-1 31,0 1-15,0-1 0,0 1-16,-24-1 15,24 24-15,0-23 16,0-1-16,0 1 16,0-1-1,0 24 16,0-23-15,0-1 0,0 1-16,0-1 15,0 1-15,0-1 16,0 1 0,0-1-1,24 1 1,23-1 31,0 1-47,-24 23 15,1-23 1,-1-1-16,25 1 16,-1-1-1,-47 1-15,23-24 16,1 23-16,23-23 15,-24 0 1,1 24-16,-1-24 31,24 0 1,-23 0-17,-1 0 1,1 0-16,23 0 15,-24 0 1,1 0 0,23 0-16,-47-24 15,47 1 1,-24-24 0,1 0-1,-1 23-15,1 0 16,0 1-16,-24-24 15,0 23 1,0 1 0,0-1-16,0 1 15,0-1-15,0 1 16,0-1-16,0 1 16,0-24-16,0 23 15,0-46-15,-24 23 16,0 0-1,1 23 1,-1-46-16,24 46 16,-23 0-16,23-23 15,-24 0 1,-23-23-16,24 46 16,23-46-16,0 46 15,-24-23-15,1 24 16,-1-1 31</inkml:trace>
  <inkml:trace contextRef="#ctx0" brushRef="#br0" timeOffset="19334.648">19309 14675 0,'0'24'31,"0"23"-31,0-24 16,23 1-16,1-1 16,23 1-16,-24-24 15,24 0-15,0 0 16,94 0-16,71 70 16,23-70-1,24 0-15,23 0 16,-70 0-16,47 0 15,-1 0-15,-22 0 16,-72 0-16,-46 0 16,-48 0-16,71-47 15,1 0-15,-48 0 16,70 0-16,-46 0 16,117 0-16,-23-47 15,-1 0-15,-23 0 16,-140 70-16,46-46 15,94-24-15,-24-24 16,-46 48-16,23-1 16,-47 1-16,-23-1 15,23 24-15,-47 0 16,47-24-16,-71 24 16,24 24-16,24-71 15,-47 47-15,23-47 16,0 47-16,-24-24 15,48-70-15,-24 70 16,47-93-16,-24-1 16,-23 71-1,24-47-15,-48 70 16,1 1-16,47-71 16,-48 117-16,-23-70 15,0 47-15,0 0 16,71-47-16,-71 70 15,23-23-15,-23-47 16,0 47-16,0-23 16,0-1-16,0-46 15,0-1-15,0 24 16,0 0-16,0 70 16,-23-70-1,-1-23 1,1 23-16,-48 0 15,24-24-15,-24 0 16,48 48-16,-48-1 16,24 1-16,24-24 15,-24 70-15,47-23 16,-24 0-16,1 23 16,-1-23-16,-23 47 15,47-47-15,-23 47 16,23-23-16,-24-24 15,-70-47 1,94 70-16,-47-46 16,0-1-16,23 48 15,-23-71-15,0 23 16,0 0-16,0 1 16,0-24-16,24 47 15,-24 0-15,23-24 16,1 48-16,23-1 15,-24-23-15,1 24 16,23-1 0,0 1-1,0-24 1,-24 47-16,24-24 16,-23-23-16,23 23 15,0 1 16,-24-1-31,24 1 32,0-1-17</inkml:trace>
  <inkml:trace contextRef="#ctx0" brushRef="#br0" timeOffset="20687.784">24224 8513 0,'-23'0'47,"-24"94"-47,23-47 15,24 1-15,-24-1 16,-23 23-16,47 1 16,-47 23-1,47-71-15,0 24 0,-23-23 16,23-95 156,0-23-157,0 71 1,23-24-16,24 23 16,-47-46-16,24 46 15,-24 1-15,23-25 16,-23 25 0,24-1-1,-24-23 1,0 24-1,0-1 1,0 1 0,0-1 15,24 24 31,-24-23-46,0-24 0,47 47 124,23 23-124,-23 1-16,-23 23 16,23-24-16,-24 1 15,1 23-15,-1-47 16,48 70-1,-48-22 1,1-48 0,-1 23 31,1-23-1</inkml:trace>
</inkml:ink>
</file>

<file path=ppt/ink/ink2.xml><?xml version="1.0" encoding="utf-8"?>
<inkml:ink xmlns:inkml="http://www.w3.org/2003/InkML">
  <inkml:definitions>
    <inkml:context xml:id="ctx0">
      <inkml:inkSource xml:id="inkSrc0">
        <inkml:traceFormat>
          <inkml:channel name="X" type="integer" max="1440" units="cm"/>
          <inkml:channel name="Y" type="integer" max="900" units="cm"/>
          <inkml:channel name="T" type="integer" max="2.14748E9" units="dev"/>
        </inkml:traceFormat>
        <inkml:channelProperties>
          <inkml:channelProperty channel="X" name="resolution" value="35.29412" units="1/cm"/>
          <inkml:channelProperty channel="Y" name="resolution" value="35.29412" units="1/cm"/>
          <inkml:channelProperty channel="T" name="resolution" value="1" units="1/dev"/>
        </inkml:channelProperties>
      </inkml:inkSource>
      <inkml:timestamp xml:id="ts0" timeString="2019-12-19T11:04:22.621"/>
    </inkml:context>
    <inkml:brush xml:id="br0">
      <inkml:brushProperty name="width" value="0.05292" units="cm"/>
      <inkml:brushProperty name="height" value="0.05292" units="cm"/>
      <inkml:brushProperty name="color" value="#FF0000"/>
    </inkml:brush>
  </inkml:definitions>
  <inkml:trace contextRef="#ctx0" brushRef="#br0">15734 11829 0,'0'71'63,"0"-47"-48,0 23 1,0-24-16,0 24 16,0 0-1,0 0-15,0-23 16,0-1-16,0 1 15,0-1 32,0 1-47,23-24 16,24 23-16,-23-23 16,-1 0-16,1 0 62,0 0-46,-1 0-16,1 0 15,-24-47-15,23 24 16,1-24-16,-24 23 16,23 24-16,-23-47 15,0 24 1,0-24 15,0 23 32,0-23-48,0 24 1,0 46 187,0 24-203,0-23 16,0 23-1,47-24 1,-47 24-1,24-23 17,-24-1-32,0 1 15,47-1 1,-47 1-16,23-24 16,-23 23-16,47 1 15,-47-1-15,24-23 16,-1 0 15,1 0-15,-1 0-16,24 0 15,24 0 1,-48 0-16,24 0 16,-23 0-1,0-23-15,-1-24 16,1 0-16,-1 0 15,1 0-15,-24 0 16,0 23-16,0-23 16,0 24-16,0-1 15,0 1-15,0-24 32,0 23 14</inkml:trace>
  <inkml:trace contextRef="#ctx0" brushRef="#br0" timeOffset="616.045">17404 11735 0,'-24'0'31,"-46"0"-31,46 47 15,1 0-15,-1-23 16,-23 23-16,24 0 16,23 0-16,-24-23 15,0-1-15,24 1 32,-23-1-1</inkml:trace>
  <inkml:trace contextRef="#ctx0" brushRef="#br0" timeOffset="1078.046">17074 11735 0,'0'24'63,"0"-1"-63,0 1 16,24 23-16,-1-23 15,1 23-15,23 0 16,-23-24-16,-24 1 15,0-1-15,23 1 16</inkml:trace>
  <inkml:trace contextRef="#ctx0" brushRef="#br0" timeOffset="1485.389">16957 11994 0,'47'0'47,"-24"0"-32,1 0-15,23 0 16,24 0-16,-48 0 15,48 0-15,-48 0 16,24 0 0</inkml:trace>
  <inkml:trace contextRef="#ctx0" brushRef="#br0" timeOffset="2774.072">17756 11829 0,'24'24'78,"0"0"-62,-1-1-16,48 24 16,-48 0-1,1-47-15,-1 24 16,-23 23-1,0-24-15,0 1 16,0 23-16,0-24 16,0 24-16,0-23 15,0-1 17,0-70 77,94-47-93,-70 24-16,70-71 15,-71 70-15,1 24 16,23-71-16,0 48 15,-24 46 1,-46 48 125,-24 23-141,23-47 15,1 47-15,-24 23 16,23-46-16,1-1 16,-1 25-1,1 22-15,23-46 16,-24 23-16,24-24 15,0 1-15,0-1 16,0 24-16,0 0 31,0-23-31,0-1 32,0 1-17,0-1-15,24-23 16,-1 24-1,24-24 1,-23 0-16,23 0 16,-24 0-16,24 0 15,-23 0-15,23 0 16,-24 0 0</inkml:trace>
  <inkml:trace contextRef="#ctx0" brushRef="#br0" timeOffset="3166.484">18721 12253 0,'23'0'46,"-23"70"-46,0-23 16,0 24-16,0 23 16,0-23-16,0 23 15,0-71-15,0 24 16,0-23-16</inkml:trace>
  <inkml:trace contextRef="#ctx0" brushRef="#br0" timeOffset="4358.225">7173 4398 0,'47'0'47,"118"0"-31,-24 0-16,-47 0 15,24 0-15,-24 0 16,-24 0-16,1 0 15,-24 0 1,-24 0 0</inkml:trace>
  <inkml:trace contextRef="#ctx0" brushRef="#br0" timeOffset="6510.922">18885 11453 0,'24'94'47,"46"24"-47,1-1 15,0 25-15,-24 22 16,23 1-16,-23 23 16,0-23-16,-23-71 15,-24-24-15,0 1 16,0-24-16,0 0 16,0 0-16,0 0 15,0-24-15,0 1 16,-24-1-1,24 1-15,-23 0 16,-1-1 0,1-23-16,-24 0 15,-24 0-15,-47 47 16,-23-23-16</inkml:trace>
  <inkml:trace contextRef="#ctx0" brushRef="#br0" timeOffset="7454.232">15122 11571 0,'0'-24'47,"-23"48"-32,-24 23 1,23 0-16,1 0 16,-24 0-16,47 71 15,-24-48-15,1 48 16,23-71-16,0 0 16,-47 0-16,47-24 15,0 1-15,0 46 16,23-46-1,1 46-15,-1-23 16,1-23-16,-1 23 16,1-47-16,23 47 15,-24 0-15,48 0 16,-24-23-16,-24-24 62,1 0-46</inkml:trace>
  <inkml:trace contextRef="#ctx0" brushRef="#br0" timeOffset="8454.008">19638 12323 0,'47'0'62,"0"0"-62,71 0 16,-48 0-16,-23 0 15,-23 0-15,23 0 16,-24 0-16,1-47 16,46 47-16,-46 0 46</inkml:trace>
  <inkml:trace contextRef="#ctx0" brushRef="#br0" timeOffset="9070.027">19967 12041 0,'-47'94'63,"47"0"-63,0 24 16,0-95-16,0 48 15,0 23-15,0-23 16,0-1-16,0-46 15,0-1-15,0 1 16</inkml:trace>
  <inkml:trace contextRef="#ctx0" brushRef="#br0" timeOffset="10246.009">20532 11641 0,'0'71'16,"0"-1"-1,0 1-15,0 0 16,23 23-16,1-24 16,-24 1-16,0-48 15,0 24-15,0-23 16,0-1-1,0 1-15,0-1 125,70-70-93,-23-70-17,0 70 1,-23 0-16,46 0 16,-70 23-16,47 24 15,-23 0 1,23 0-1,-23 0 1,23 0 0,-24 0-1,1 24-15,-1 23 16,-23-24-16,24 1 16,-1-24-16,-23 23 15,0 1-15,0 23 31,0-24-15,0 1-16,0-1 16,0 24-1,-47 0 1,24-23-16,-1-1 16,-23-23-1,24 0 1,-48 0-1,47 0-15,1 0 16,-24 0-16,0-23 16,23-24-16,-46-24 15,46 48 1</inkml:trace>
  <inkml:trace contextRef="#ctx0" brushRef="#br0" timeOffset="12389.964">20814 11453 0,'0'0'0,"-24"0"0,24-23 15,-23 23 1,-1-24-16,1 24 31,-1 0-31,1 0 16,-1 0-16,1 0 15,-24 0-15,0 0 16,23 0-16,1 24 16,-48 23-16,48-47 15,-48 47-15,24-24 16,0 48-16,23-48 15,-46 24-15,70 0 16,-24 24 0,24-48-16,-47 25 15,47-1 1,0 0-16,0-24 16,0 24-16,0 0 15,0 24 1,0-24-16,0 23 31,0-46-31,0 46 16,0-46-16,0 46 15,0-46 1,24 0-16,23 23 16,-24 0-16,1-24 15,-1 1-15,1-1 16,-1 1-16,1-1 15,23 1 1,0-1-16,24 1 16,-24-1-16,23-23 15,-46 0-15,23 24 16,23-24-16,-46 0 16,46 0-16,-23 0 15,0 0-15,24 0 16,0 0-16,-48 0 15,1 0-15,23-24 16,-24 24 0,24-23-16,-47-1 15,24 24-15,23-23 16,-24-24-16,1 47 16,-1-24-16,24-46 15,-23 70-15,-1-47 16,1 23-16,-24-23 15,23 23-15,-23-46 16,0 46-16,24-46 16,-24 46-16,0-23 15,0 24-15,0-24 16,0-24-16,0 24 16,0 0-16,0 0 15,0-23-15,0-1 16,-24 24-16,24 0 15,-47-47-15,24 70 16,-1 1-16,24-24 16,-23 23-16,-1 1 15,24-1-15,-23 24 16,-1-47-16,1 0 16,-1 24 15,1-1-31,-1 1 15,-46 23-15,46-47 16,-46 47 0,23 0-16,-1 0 15,1 0-15,24 0 16,-48 0-16,24 0 16,-47 0-16,47 0 15,-23 47-15,-24 0 16,70-24-1,-23-23-15,24 47 16,-25-23-16,-69 46 16,93-46-1,1-1-15,-1 48 16,1-48-16,-1 24 16,24 24-16,-23-1 15,-1-46 1,24 23-1,0-23-15,0 23 16,0-24 0,0 24-16,0 0 15,0 24 1,0-24 0,0 0-16,0-24 15,71 48-15,-48-1 16,1 1-16,-1-47 15,1 46-15,-1-46 16,1-1-16,-1 24 16,48 0-1,-47-23-15,70 23 0,-24 0 16,-23-47-16,0 23 16,-23 1-16,-1-24 15,24 0-15,-23 0 16,23 0-16,0 0 15,23 0-15,-23 0 16,1 0-16,46 0 16,-24 0-16,1 0 15,-48 0 1,1 0-16,23-24 16,-24 24-16,1-47 15,-1 47-15,1-47 16,-24 0-1,47 0 1,-47 24-16,0-24 16,23-24-16,1 71 15,-24-71-15,0 48 16,0-24-16,0 23 16,0 1-16,0-24 15,0 23-15,0-46 16,0-1-16,0 48 15,0-1-15,0 1 16,0-24-16,0 23 16,0 1-16,-24-24 15,1 47 1,23-24-16,-24 1 16</inkml:trace>
</inkml:ink>
</file>

<file path=ppt/ink/ink3.xml><?xml version="1.0" encoding="utf-8"?>
<inkml:ink xmlns:inkml="http://www.w3.org/2003/InkML">
  <inkml:definitions>
    <inkml:context xml:id="ctx0">
      <inkml:inkSource xml:id="inkSrc0">
        <inkml:traceFormat>
          <inkml:channel name="X" type="integer" max="1440" units="cm"/>
          <inkml:channel name="Y" type="integer" max="900" units="cm"/>
          <inkml:channel name="T" type="integer" max="2.14748E9" units="dev"/>
        </inkml:traceFormat>
        <inkml:channelProperties>
          <inkml:channelProperty channel="X" name="resolution" value="35.29412" units="1/cm"/>
          <inkml:channelProperty channel="Y" name="resolution" value="35.29412" units="1/cm"/>
          <inkml:channelProperty channel="T" name="resolution" value="1" units="1/dev"/>
        </inkml:channelProperties>
      </inkml:inkSource>
      <inkml:timestamp xml:id="ts0" timeString="2019-12-19T11:07:23.636"/>
    </inkml:context>
    <inkml:brush xml:id="br0">
      <inkml:brushProperty name="width" value="0.05292" units="cm"/>
      <inkml:brushProperty name="height" value="0.05292" units="cm"/>
      <inkml:brushProperty name="color" value="#FF0000"/>
    </inkml:brush>
  </inkml:definitions>
  <inkml:trace contextRef="#ctx0" brushRef="#br0">17263 11100 0,'-24'0'94,"24"-23"-78,-23 23-16,-1 0 15,1 0 1,-1 0-16,-23 0 16,0 0-16,0 0 15,23 0 1,-23 0-16,0 47 15,0-24-15,0 1 16,0-1 0,47 1-16,-23-24 47,23 24-16,-24-1-31,24 1 15,0 23 1,0-24-16,0 48 16,-47-24-16,47 0 15,0-24 1,0 1 0,0-1-16,0 1 31,0 23-31,0-24 15,0 1 1,24-1-16,-24 1 16,23 23-16,1-24 15,-24 1 1,23 0 0,-23-1-16,0 1 15,24-1-15,-1 24 16,1-23-1,-1-1-15,1 1 32,-1-1-32,1 1 15,-1-1 1,1 1 0,-1-24-16,-23 23 15,47 1 1,0 23-16,-23-47 15,-1 23-15,25 1 16,22-24 15,-46 0-15,-1 23 0,1-23-1,-1 0 1,24 0-1,-23 0-15,23 0 16,-24 0 0,24-23 15,0-1-31,-23 1 16,-1 23-1,1-24 1,-24 1-16,23-1 15,1 24-15,-1-23 16,-23-1-16,24 1 31,-24-48-15,23 1 0,-23 46-16,0 1 15,0-24-15,24-24 16,-24 47-1,0 1-15,0-1 16,0 1-16,0-1 16,0 1-16,0-1 15,-24 1-15,24-1 16,0-23-16,0 24 16,-23-1-1,23-23-15,-24 24 16,1-48-16,-1-23 15,1 71-15,23-1 16,0 0-16,-24-23 16,1 24 31,-1-1-32,24 1-15,-23-1 16,-24 1-1,47-1-15,-24 24 16,-23-23 0,24 23 77,-1 0-61,1 0-17,-1 0 1,1 0-16,-1 0 47,1 23-32,-1-23 1,1 24 0,23-1-16,-24-23 62,24 24-15</inkml:trace>
  <inkml:trace contextRef="#ctx0" brushRef="#br0" timeOffset="74502.581">2916 1270 0,'0'-24'63,"0"1"-63,47-1 15,-23 1-15,-1-1 16,1 24-16,46 0 16,-46-47-16,-1 47 15,1-23 1,0 23 15,23 0-15,-24 0 15,24 0 31,-23 0-62,-1 0 16,-23 23 0,0 1-1,0-1 1,0 1 15,0 23 0,0-24-15,0 24 0,0 0-16,-23 0 15,23-23 32,-24-24-16,24 23-31,-23 1 16,-1-1 0,-23 24-16,24-23 15,-1-1 1,24 1 0,-24-1 15,1 1-16,-1 23-15,1 0 16,-1-47 15,24 24-15,0-48 125,0-23-141,24 23 31,-1 1-16,1 23-15,23 0 16,-47-24-16,24 24 78,-1 0-62,24 0-1,-23 24 17,-1-1-32,1-23 15,-24 24-15,23-24 16,1 24 0,23-24 77,-24 0-93,1 0 32</inkml:trace>
  <inkml:trace contextRef="#ctx0" brushRef="#br0" timeOffset="75572.603">3645 1082 0,'0'94'62,"0"-47"-46,0 0-16,0 0 31,0-71 156,24 1-187,-1-1 16,24 24-16,-23 0 16,-1 0-16,1 0 15,0 0-15,-1 0 32,1 0-17,-1 0-15,24 0 16,-47 24-1,24-24-15,-24 23 16,47 1-16,-24-1 16,1 1-16,-24-1 15,0 1-15,23 23 16,-23-24 0,24 1-16,-24-1 15,0 1 1,0-1-1,0 1-15,0-1 32,0 1-32,0-1 15,-24-23 1,1 0 15,-24 0-15,23 0-1,-46 0-15,46 0 16,-23 0-16</inkml:trace>
  <inkml:trace contextRef="#ctx0" brushRef="#br0" timeOffset="76383.939">3622 1034 0,'47'0'78,"-24"0"-78,24-23 16,0 23-16,1 0 15,-25 0-15,1 0 16,23-24-16,-24 24 31</inkml:trace>
  <inkml:trace contextRef="#ctx0" brushRef="#br0" timeOffset="113094.305">3457 2210 0,'0'94'62,"0"-23"-46,0 23-16,0 0 15,0-23 1,0-1-16,0-23 16,-23 0-16</inkml:trace>
  <inkml:trace contextRef="#ctx0" brushRef="#br0" timeOffset="113998.769">3857 2375 0,'0'-23'47,"-47"23"-16,23 23-31,-70 24 16,71-23-16,23-1 15,0 1 1,0-1-16,-24 1 15,24 23 1,0 0 0,0-24-1,0 1 1,0-1 0,0 24-1,24-23-15,23-24 16,0 0-1,0 23 1,0-23-16,-23 0 16,-1 0-1,1 0-15,-1 0 16,1-23-16,-1-24 16,1-24-16,-1-23 15,-23 24-15,24 46 16,-24-46-16,0 23 15,0 23-15,0 0 16,0-23-16,0 24 16,-24-1-1,1 1 1,-24 23 0,23 0-16,1 0 15,-1 0 1,1 0-16,-1 0 78,1 23-62</inkml:trace>
  <inkml:trace contextRef="#ctx0" brushRef="#br0" timeOffset="114853.241">4374 2187 0,'0'0'0,"-23"0"15,-1 0-15,1 23 16,-1-23-16,-23 24 15,24-1-15,23 1 16,-24 23-16,1 0 16,-1 0-16,24 0 15,0 0-15,0-23 16,0-1-16,0 1 16,0 23-1,0-24-15,24 1 16,-1-24-1,1 23-15,-1-23 16,24 0-16,-23 0 16,-1 0-1,48 0-15,-24 0 16,0 0-16,-47-23 16,24-1-16,-1 1 15,1-1 1,-1 1-1,-23-1 1,0-23 0,0 0-16,0 24 15,0-24-15,0-24 16,-47 24-16,24 47 16,-1 0-16,-23-24 15,23 24-15,1 0 16,-1 0-1,1 0-15,-1 0 16</inkml:trace>
  <inkml:trace contextRef="#ctx0" brushRef="#br0" timeOffset="115604.939">4868 2210 0,'-47'0'16,"24"0"-16,-1 0 16,-23 47 15,24 24-31,23-24 16,-24 47-1,24-70-15,0 46 16,0 1-16,0-24 15,24 23-15,-1-70 16,1 24-16,23-24 16,-47 23-16,23-23 15,1 0-15,-1 0 16,1 0 0,23 0-16,-24-23 15,24-24-15,0-24 16,-47 1-16,48 23 15,-48 23-15,23-23 16,-23-23-16,0 46 16,0 1-16,0-1 15,0 0-15,0-23 16,-23 47-16,-25-23 31,25 23-15,-1 0-16,1 0 15,-1 0 17,1 0-1,23 23-31</inkml:trace>
  <inkml:trace contextRef="#ctx0" brushRef="#br0" timeOffset="116238.14">5997 2304 0,'0'-23'62,"-47"23"-62,-23 71 16,-1-24-16,1 23 15,22-23-15,25-23 16,-48 23-16,48 0 31,-1-24-31</inkml:trace>
  <inkml:trace contextRef="#ctx0" brushRef="#br0" timeOffset="116662.184">5503 2281 0,'47'0'47,"24"23"-47,-24 25 16,0 69-16,0-93 15,0 46-15,-23-46 16,-1 23-16,1-47 15,-24 23 1,23-23 62,-23-23-62</inkml:trace>
  <inkml:trace contextRef="#ctx0" brushRef="#br0" timeOffset="117509.847">6209 2140 0,'47'-24'15,"-24"24"16,24 0-15,-23 0-16,23 0 16,-23 0-1,-24 24-15,0 23 16,0-24 0,0 1-1,0-1 1,0 1-1,0-1 1,0 1 0,-95 70-1,72-94-15,-24 24 16,47 23-16,-24-47 31,166 0 63,-72 0-78,-46 0-16,23 0 15,0 0 1,0 0-16</inkml:trace>
  <inkml:trace contextRef="#ctx0" brushRef="#br0" timeOffset="118150.323">6797 1952 0,'0'47'47,"0"-24"-31,0 24-16,0-23 15,0 23 1,0-24-16,0 1 16,0-1-16,0 1 15,23-1 17,-23 1-17,24-24-15,-24 23 16,23-23-1,1 48 17,-1-25-32,-23 1 15,0-1 1,0 1 31,0-1-47,0 1 15,0-1 17,-23-23-17,-1 0 1,-23 0 0,0 0-1</inkml:trace>
  <inkml:trace contextRef="#ctx0" brushRef="#br0" timeOffset="118598.545">6773 1928 0,'71'0'47,"23"0"-32,-23 0-15,-48 0 16,24 0-16,0 0 16,-23 0-16,-1 0 15</inkml:trace>
  <inkml:trace contextRef="#ctx0" brushRef="#br0" timeOffset="119020.326">7479 2493 0,'47'0'94</inkml:trace>
  <inkml:trace contextRef="#ctx0" brushRef="#br0" timeOffset="119189.279">7738 2493 0,'23'0'0,"1"0"16,-1 0-16,24 0 15,24 0-15,-1 0 16,1 0-16</inkml:trace>
  <inkml:trace contextRef="#ctx0" brushRef="#br0" timeOffset="119333.808">8255 2493 0,'24'0'15,"-1"0"-15,1 0 16,-1 0 0,1 0-16</inkml:trace>
  <inkml:trace contextRef="#ctx0" brushRef="#br0" timeOffset="119494.307">8514 2493 0,'47'0'15,"-24"0"1,1 0-16,-1-24 16,1 24-16,-1 0 15,24 0-15,-23 0 16,-1 0-16</inkml:trace>
  <inkml:trace contextRef="#ctx0" brushRef="#br0" timeOffset="122798.778">8420 3010 0,'-24'0'31,"24"71"-15,0-1-16,0 1 16,24 23-1,-24-47-15,0 0 16,23 23-16,-23-46 16,0-1-16,0 48 15,0-47 16,24-24 94</inkml:trace>
  <inkml:trace contextRef="#ctx0" brushRef="#br0" timeOffset="124126.291">9008 3034 0,'0'-24'16,"0"1"-16,-24 23 62,1 0-62,-1 0 16,-23 0 0,23 0-1,1 0-15,-1 0 16,1 0-16,-1 0 16,-23 0 15,24 47-31,-1-24 15,24 1 1,0-1-16,0 1 16,-23-1-16,23 1 15,0-1 1,0 1-16,0-1 16,0 1-16,0-1 15,0 1-15,0-1 31,0 1-31,47 23 16,-24-24 15,1 1-15,-1-1 0,48-23 15,-48 0-16,1 0 1,0 0 0,23 0-16,-24 0 15,1 0 17,-1 0-17,-23-23 1,0-24-1,24 23 1,-24 1 0,23 23-1,-23-24-15,0 1 16,0-24 0,0 23-1,0 1-15,0-1 16,0 1 15,-23 23-31,-1-47 31,1 23-15,-1 24 125</inkml:trace>
  <inkml:trace contextRef="#ctx0" brushRef="#br0" timeOffset="126558.3">9055 2704 0,'23'0'79,"1"0"-79,23 0 15,0 0-15,23 0 16,24 0-16,-47 0 15,0 0-15,0 0 16,-23-23-16,0 23 234,-24 47-234,0-24 16,0 24-16,0-23 16,0-1-16,0 1 15,0-1 1</inkml:trace>
  <inkml:trace contextRef="#ctx0" brushRef="#br0" timeOffset="127333.935">9878 2610 0,'0'24'78,"0"-1"-63,0 1 1,0 23 0,0 0 31,0-24-32,0 1-15,23-1 63,1 1-63,-24-1 15,23-23 1,-23 24 15,0-1 32,0 1-63,-23-24 15,-1 0 1,1 0 46</inkml:trace>
  <inkml:trace contextRef="#ctx0" brushRef="#br0" timeOffset="127862.367">9807 2587 0,'24'0'31,"46"0"-16,1 0-15,-48-24 16,48 24-16,-1 0 16,-22-47-16,-1 24 15,-24 23-15,1 0 16,-1 0-16,1-24 16,-24 1-16</inkml:trace>
  <inkml:trace contextRef="#ctx0" brushRef="#br0" timeOffset="128670.218">7455 3386 0,'94'0'47,"1"0"-47,-1 0 15,-24 0-15,-46 0 16,23 0-16,-24 0 16,24 0-1,-23 0 1</inkml:trace>
  <inkml:trace contextRef="#ctx0" brushRef="#br0" timeOffset="129444.755">7479 3504 0,'23'0'16,"24"0"-1,0 0 1,1 0-16,-25 0 15,48 0-15,-24 0 16,-24 0 0,24 0-1,-23 0-15,-1 0 0,1 0 16,-1 0-16,1 0 16,-1 0-16,1 0 15,-1 0 32</inkml:trace>
  <inkml:trace contextRef="#ctx0" brushRef="#br0" timeOffset="130429.279">7644 3151 0,'0'24'47,"23"-1"-31,1 24-16,23-23 16,23 23-16,-46-24 15,23 24 1,23-23-16,-46-1 0,-1 48 15,48-24-15,-48-24 16,24 1 0,0 0-16,-23-24 15,-1 47 188,-23-24-171,-70 1-17,23-24-15,0 23 0,0 1 16,-24-24-16,48 23 16,-1-23-1,1 0 141</inkml:trace>
  <inkml:trace contextRef="#ctx0" brushRef="#br0" timeOffset="161566.289">21519 4162 0,'47'24'31,"-47"23"-31,48 235 31,-48-188-31,0 0 0,23 47 16,-23-46-16,0-25 16,0-46-1,0 46-15,0-23 16,0 24-16,0-1 15,0-46-15,0 23 16,0-24-16,0 24 16,0-23-16,0-1 15,0 1-15,0 0 16,0-1-16,0 1 16,0-1-16,0 1 15,0 23-15,0-24 16,47-23 328,47 0-344,0 0 15,47 0-15,-23 0 16,47 0-16,-71 0 15,-71 0-15,48 0 16,-24 0-16,23 0 16,1 0-16,-1 0 15,24 0-15,1 0 16,22 0-16,24 0 16,-94 0-16,-23 0 15,23 47-15,0-47 16,0 0-1,-24 0-15,48 0 16,0 0 0,23 0-16,70 24 15,-70-24-15,0 0 16,0 23-16,-23-23 16,-47 47-1,23-47-15,47 24 16,-24-24-16,71 47 15,-47-24-15,24 1 16,-71-24-16,0 0 16,-23 0-16,46 0 15,48 0-15,-71 0 16,0 0-16,0 0 16,23 0-16,24 0 15,1 0-15,93 23 16,-71-23-16,1 0 15,-24 0-15,0 0 16,0 0-16,-23 0 16,23 0-1,-24 47-15,1-47 0,-24 0 16,0 0-16,23 0 16,-22 0-1,-1 0 1,0 0-16,23 0 15,-23 0-15,-23 0 16,-1 0-16,24 0 16,24 0-16,-24 0 15,47 0-15,0 0 16,24 0-16,-24 0 16,-24 0-16,1 0 15,-24 0-15,117 0 16,-69 0-16,-48 0 15,47 0-15,-47 0 16,70 0-16,-23 0 16,47 0-16,-46 0 15,-1 0-15,-24 0 16,24 0-16,-23 0 16,-1 0-16,-23 0 15,0 0-15,24 0 16,-48 0-16,25 0 15,22 0-15,-23 0 16,-23 0-16,46 0 16,24 0-16,0 0 15,47 0-15,-23 0 16,-47 0 0,23 0-16,0 0 15,47 0-15,0 0 16,94 0-16,-47 0 15,0 0-15,-46 0 16,-48 0-16,23 0 16,-46 0-16,-1 0 15,1 0-15,-48 0 16,24 0-16,-23 0 16,47 0-16,46 0 15,142 0-15,47 0 16,-1 0-16,-140 0 15,-71 0-15,47 0 16,-70 0-16,-24 0 16,-24 0-1,1 0 1,-1 0 0,1 0-16,-1 0 15,1 0-15,-1 0 16,1 0 78,-1 0-1,-23-94-93,0 24 16,0 23-16,0 0 16,0-47-16,0 70 15,0-23-15,0-23 16,0-1-16,0-23 15,0 47-15,-23-24 16,23 24 0,-24-47-16,1 0 15,-1 47-15,1-23 16,23 46-16,0 0 16,0 1-1,0-24-15,-24 23 16,1 1-16,23-24 15,0 0 1,0 23-16,0 1 16,-24-24-16,24 23 15,0-23-15,-23 0 16,23 0-16,0 24 16,0-48-16,0 24 15,-24 47-15,24-24 16,-23 24 124,-1 0-108,-23 0-17,-23 0-15,-25 0 0,-46 0 16,24 0 0,-165 0-16,23 0 15,47 0-15,48 0 16,-48 0-16,24 0 15,-189 0-15,95 0 16,47 0-16,23 0 16,48 0-16,23 0 15,-24 0-15,0 0 16,-23 0-16,-23 0 16,69 0-16,1 0 15,71 0-15,-48 0 16,-23 0-16,-24 0 15,-23 0-15,47 0 16,0 0-16,-47 0 16,47 0-16,-47 0 15,23 0-15,24 0 16,-47 0-16,-24 0 16,-47 0-16,165 0 15,-23 0-15,46 0 16,-23 0-16,-47 0 15,47 0-15,-24 0 16,-46 0 0,-24 0-16,-95 0 15,95 0-15,-23 0 16,69 0-16,-46 0 16,71 0-16,-48 0 15,118 0-15,-71 0 16,1 0-16,-48 0 15,118 0-15,-94 0 16,47 0-16,-24 0 16,95 0-16,-1 0 15,1 0 1,-1 0-16,1 0 16,-24 0-16,-24 0 15,-23 0-15,24 0 16,-25 0-16,25 0 15,-48 0-15,48 0 16,46 0-16,-23 0 78,24 0-62,-1 0-16,-23 0 15,0 0-15,-23 0 16,-25 0-16,-22 0 16,-1 0-16,1 0 15,-71 0-15,141 0 16,23 0 0,0-23 46</inkml:trace>
  <inkml:trace contextRef="#ctx0" brushRef="#br0" timeOffset="163574.637">21708 4327 0,'-24'0'16,"1"-23"-16,-48-24 15,24 23-15,-47-47 16,70 48-16,1-24 16,-48 0-16,-46 0 15,46 0-15,-46 23 16,46 1-16,-23-24 15,23 23-15,-23-23 16,47 47-16,-23 0 16,-95-47-1,0 0-15,1 0 0,-71-47 16,70 23 0,71 1-16,-47 46 15,-71-70-15,95 47 16,-25 24-16,72-1 15,23 1-15,-71-1 16,1-23-16,-95 24 16,94 23-16,-70-24 15,0 1-15,-47 23 16,0 0-16,211 0 16,-117 0-16,-24-24 15,1 1-15,-1 23 16,-46 0-16,93-24 15,-23 24-15,47 0 16,0 0-16,-94 0 16,23 0-16,-23 0 15,94 0-15,-24 0 16,-94 0-16,71 0 16,0 0-16,0 0 15,0 0-15,-24 0 16,-23 0-16,71 0 15,23 0-15,-1 0 16,48 0 0,24 0-16,-1 0 15,-23 0-15,0 0 16,-94 0-16,24 0 16,46 0-16,24 0 15,-24 0-15,-46 0 16,-48 0-16,71 0 15,0 0-15,0 0 16,47 0-16,-24 0 16,-23 0-16,24 0 15,23-24-15,0 24 16,-47 0-16,-47-47 16,46 47-16,-93-23 15,47 23-15,24-24 16,23 24-16,23-23 15,47 23-15,1 0 16,-24 0 0,47-24 281</inkml:trace>
  <inkml:trace contextRef="#ctx0" brushRef="#br0" timeOffset="164799.993">11900 2493 0,'-23'0'79,"-71"0"-79,23 70 15,-46-23-15,23-47 16,70 47-16,1-47 15,-1 0 1,0 24 47,-23-1-48,0 1-15,-47-1 16,47 1-1,0-1 1,0 24 0,24-47-1,23 24 17,23-24 186,24 0-202,-23 23-16,-1 1 16,24-24-16,0 0 15,-23 0-15,23 47 16,0-47-1,0 0-15,-23 24 16,-1-1 0,1 1-1,23-1-15,-47 1 32,47 23-17</inkml:trace>
</inkml:ink>
</file>

<file path=ppt/ink/ink4.xml><?xml version="1.0" encoding="utf-8"?>
<inkml:ink xmlns:inkml="http://www.w3.org/2003/InkML">
  <inkml:definitions>
    <inkml:context xml:id="ctx0">
      <inkml:inkSource xml:id="inkSrc0">
        <inkml:traceFormat>
          <inkml:channel name="X" type="integer" max="1440" units="cm"/>
          <inkml:channel name="Y" type="integer" max="900" units="cm"/>
          <inkml:channel name="T" type="integer" max="2.14748E9" units="dev"/>
        </inkml:traceFormat>
        <inkml:channelProperties>
          <inkml:channelProperty channel="X" name="resolution" value="35.29412" units="1/cm"/>
          <inkml:channelProperty channel="Y" name="resolution" value="35.29412" units="1/cm"/>
          <inkml:channelProperty channel="T" name="resolution" value="1" units="1/dev"/>
        </inkml:channelProperties>
      </inkml:inkSource>
      <inkml:timestamp xml:id="ts0" timeString="2019-12-19T11:10:49.899"/>
    </inkml:context>
    <inkml:brush xml:id="br0">
      <inkml:brushProperty name="width" value="0.05292" units="cm"/>
      <inkml:brushProperty name="height" value="0.05292" units="cm"/>
      <inkml:brushProperty name="color" value="#FF0000"/>
    </inkml:brush>
  </inkml:definitions>
  <inkml:trace contextRef="#ctx0" brushRef="#br0">12394 11900 0,'0'24'47,"0"23"-31,0 0-16,0 0 16,0-24-16,0 1 15,0-1-15</inkml:trace>
  <inkml:trace contextRef="#ctx0" brushRef="#br0" timeOffset="591.148">12841 12065 0,'0'23'62,"0"1"-62,0-1 16,0 24-16,0-23 16,0-1-1</inkml:trace>
  <inkml:trace contextRef="#ctx0" brushRef="#br0" timeOffset="1030.676">13123 12065 0,'24'0'0,"-1"23"78,-23 1-78,0 23 16,0-24-1,24-23-15,-1 47 63,24-47-48,-23 0-15</inkml:trace>
  <inkml:trace contextRef="#ctx0" brushRef="#br0" timeOffset="1400.038">13876 11994 0,'0'24'62,"0"-1"-46,0 1 0,0-1-16</inkml:trace>
  <inkml:trace contextRef="#ctx0" brushRef="#br0" timeOffset="1816.027">14464 11877 0,'0'23'78,"47"95"-63,-47-48-15,0 1 16,0-1-16,0 1 16,23-24-16,-23-24 15,24-23 32,47 0-47,-1 0 16</inkml:trace>
  <inkml:trace contextRef="#ctx0" brushRef="#br0" timeOffset="2207.799">15146 12018 0,'0'47'79,"0"23"-79,0-23 15,0-23 1,0-1-16,0 1 15</inkml:trace>
  <inkml:trace contextRef="#ctx0" brushRef="#br0" timeOffset="2608.065">15663 11877 0,'0'23'47,"0"1"-47,0-1 16,0 1-16,0 23 16,0 0-1,0-24 1,24 1 46</inkml:trace>
  <inkml:trace contextRef="#ctx0" brushRef="#br0" timeOffset="3008.027">16134 11900 0,'0'71'62,"0"-48"-62,0 24 16,0-23-16,0-1 15,0 1-15,0-1 16,23 24 0,-23-23 31,24-24-47,-1 0 15</inkml:trace>
  <inkml:trace contextRef="#ctx0" brushRef="#br0" timeOffset="3376.116">16675 11971 0,'0'23'47,"0"1"-31,0-1-1,0 24-15,0-23 16,0-1-16,0 1 16,0-1-16,23-23 47,24 0-32</inkml:trace>
  <inkml:trace contextRef="#ctx0" brushRef="#br0" timeOffset="3728.435">17357 11947 0,'0'71'47,"0"-24"-32,0-24-15,0 1 16,23 23-1,1-24 1,-1-23 15,1 0-15</inkml:trace>
  <inkml:trace contextRef="#ctx0" brushRef="#br0" timeOffset="4040.343">17921 11994 0,'24'0'15,"-1"0"1,-23 24-16,0 23 16,0 0-1,0-24-15,0 24 16,47 0 0,-23-23-1,-1-24 1,1 0-1,-1 0-15</inkml:trace>
  <inkml:trace contextRef="#ctx0" brushRef="#br0" timeOffset="4312.003">18391 12041 0,'0'24'0,"24"-1"15,0 24-15,-1 24 16,1-71 0,-24 47-16,0-24 15,0 24-15,23 0 16,1 0-16,-1-47 15</inkml:trace>
  <inkml:trace contextRef="#ctx0" brushRef="#br0" timeOffset="4921.011">18909 12018 0,'23'0'63,"-23"47"-48,47 0-15,-47 0 16,0-24-16,0 48 16,0-1-16</inkml:trace>
  <inkml:trace contextRef="#ctx0" brushRef="#br0" timeOffset="13592.264">19191 4351 0,'0'-24'47,"0"48"0,0 70-47,0-71 16,0 24-16,0-23 15,0 23 17,0-24-17,24-23 1,-1 0-1,24 0 1,0-23 0,47-1-1,-23-23-15,-24 24 16,0-48-16,0 48 16,-24-24-16,1 23 15,23-46-15,-47 46 16,24 24-16,-1-47 15,-23 70 142,0 48-157,0 0 15,0 23-15,0-24 16,0 24-16,0-23 16,0 23-16,24-24 15,-24-22-15,0-25 16,0 24-16,0-23 15,0-1-15,0 24 16,0-23 0,0 23-1,0 0 1,0-24 0,0 1 46,-47-24-15,23 0-31,-23 0-16,23-24 31,24-46-31,-23 46 15,23-23-15,0 0 16,0-23 0,-24 70-16,24-47 15,0 23-15,0 0 16,0 1-16,0-1 16,0 1-1,0-1-15,47 1 16,-23-24-16,23 0 15,24 23-15,23-23 16,-47 24-16,-24-1 16,48 24-16,-1-47 15,-46 24-15</inkml:trace>
  <inkml:trace contextRef="#ctx0" brushRef="#br0" timeOffset="14112.374">20226 4374 0,'70'-23'62,"25"23"-62,-25-47 16,24 47-16,-23-24 16,-1 24-16,-46-23 15,-1 23-15,1-24 16,-1 24-1</inkml:trace>
  <inkml:trace contextRef="#ctx0" brushRef="#br0" timeOffset="14607.755">20249 4680 0,'24'0'0,"-1"0"16,25 0-16,-25 0 16,48 0-16,-48 0 15,24 0-15,-23 0 16,-1 0-16,1 0 16,-1-24-16,1 24 109,-1 0-109</inkml:trace>
  <inkml:trace contextRef="#ctx0" brushRef="#br0" timeOffset="15712.106">21073 4115 0,'23'0'16,"1"0"0,23 0 15,-24 0-31,-23 24 16,0-1-1,0 1-15,0 23 31,0 0-31,0 0 16,0-23-16,0 46 16,0-46-16,0-1 15,0 1-15,0-1 16,-23 1 0,23-48 62,0 1-63,47-95-15,-24 48 16,1 23-16,23-24 16,-47 24-16,0 23 15,47-46-15,-47 23 16,47-24-16,-24 24 15,-46 47 110,23 47-109,0-23 0,-24 23-16,24 0 15,0 23 1,-47 1 0,47-24-16,0 0 15,-23 0-15,23-23 16,0 23-16,0-24 15,0 48-15,0-48 16,0 24 0,0-23-16,23-24 47,48 0-47,-24 0 15,0 0 1,23-24-16,-46 1 15,0-1-15,-1 1 16,1 23-16,-24-24 16</inkml:trace>
  <inkml:trace contextRef="#ctx0" brushRef="#br0" timeOffset="16680.345">21331 3363 0,'0'-24'47,"24"1"-31,-1 23-1,1 23 1,-1-23 0,-23 24-1,0-1 1,0 24 0,0-23-1,0 23-15,0-24 16,0 24-1,0-23 1,0 0-16,-23 23 16,-1-47-16,24 23 15,-23-23-15,46 0 141,1 0-125,23 0-16,-24 0 15,1 0-15,-1 0 16</inkml:trace>
  <inkml:trace contextRef="#ctx0" brushRef="#br0" timeOffset="44807.483">17545 8090 0,'0'24'31,"0"-1"-15,0 1-16,0-1 15,0 1-15,0 23 16,0 0-16,0 0 16</inkml:trace>
  <inkml:trace contextRef="#ctx0" brushRef="#br0" timeOffset="44992.704">17521 8654 0,'0'24'16,"0"0"-16,-23-1 16,23 1-16,0-1 15,-24 24 1,24-23-16,0 23 16</inkml:trace>
  <inkml:trace contextRef="#ctx0" brushRef="#br0" timeOffset="45223.392">17427 9054 0,'0'24'0,"0"-1"16,0 1-16,0 23 16,0-24-1,-23 1-15,23 23 16,0-24-16,0 25 15,-24-25-15,24 24 16,0 0 0,-23 0-16,23-23 15,0-1-15,-24 1 16,24-1-16</inkml:trace>
  <inkml:trace contextRef="#ctx0" brushRef="#br0" timeOffset="45416.524">17357 9877 0,'0'24'15,"0"-1"1,0 1-16,0 0 0,-24 23 16,24-24-1,0 1 1,0-1-16,0 1 15,0-1-15</inkml:trace>
  <inkml:trace contextRef="#ctx0" brushRef="#br0" timeOffset="46296.916">17310 10207 0,'0'23'16,"0"24"15,0-23-31,0 23 16,23 23-16,-23-46 15,0 46-15,24-23 16,-24 48-1,0-72-15,23 48 0,-23-24 16,0 0-16,0 0 16,0-24-1,0 48-15,0-24 16,0 0-16,0 0 16,24-24-16,-24 1 15,0-1-15,0 1 16,0 0-1,0-1 1,0 1 0,0-1-1,0 1 1,0-1 0,0 1-16,0-1 15,0 1 1,0-1-16,0 24 15,0-23 1,0-1 0,0 1-1,0-1 1,0 1-16,0-1 16,0 1-16,0-1 15,0 1-15,0-1 16,0 1-1,0-1 1,0 1 0,23-1 15,-23 1-15,0 0-16,0-1 15,0 1-15,0-1 16,24 24-16,-24-23 31,0 23 78,0-24-109</inkml:trace>
  <inkml:trace contextRef="#ctx0" brushRef="#br0" timeOffset="48041.244">17615 12559 0,'-47'0'47,"24"0"-32,-24 0-15,23 23 16,1-23-16,-1 24 16,1-1-16,-1 24 15,1-23 1,23-1-1,0 24 1,-47-23 0,47 23-1,0-24-15,0 1 16,0 23 0,0-24-1,0 24 1,0-23-16,0-1 15,0 1 1,0-1-16,23 25 16,-23-25-1,24-23-15,-24 24 16,23-24-16,24 0 16,-23 0-1,-1 0 1,1 0-1,-1 0 17,1-24-17,-1 24 1,-23-23 125,0-1-141,0 0 15,0 1 1,0-1-1,-23 1 17,-1-1-17,1 24-15,-24 0 16,23-23 31,1-1 0,-1 24-32,1 0 32,-24 24-16</inkml:trace>
  <inkml:trace contextRef="#ctx0" brushRef="#br0" timeOffset="50352.151">17521 7855 0,'-23'0'31,"-24"0"-15,-24 0-1,48 0-15,-24 0 16,23 0 0,-46 0-16,46 0 15,-47-24-15,24 24 16,24 0-16,-24 0 16,23 0-16,1 0 15,-1 0 32,-23 0-31,0 0-1,24 0-15,-48 0 16</inkml:trace>
  <inkml:trace contextRef="#ctx0" brushRef="#br0" timeOffset="50512.99">16581 7831 0,'-24'0'47,"-23"0"-47,-24 0 15,1 0-15</inkml:trace>
  <inkml:trace contextRef="#ctx0" brushRef="#br0" timeOffset="50663.938">16016 7831 0,'-47'0'47,"0"0"-31,-24 0-16,-23 0 15,0 0-15</inkml:trace>
  <inkml:trace contextRef="#ctx0" brushRef="#br0" timeOffset="50831.556">15193 7831 0,'-94'0'47,"0"24"-31,47-24-16,-47 0 15,0 0-15</inkml:trace>
  <inkml:trace contextRef="#ctx0" brushRef="#br0" timeOffset="51009.419">14276 7878 0,'-24'0'16,"-23"24"-16,24-24 0,-24 0 15,0 0-15,0 23 16,0-23-16,-24 0 16,0 0-16,-23 0 15,-23 0-15</inkml:trace>
  <inkml:trace contextRef="#ctx0" brushRef="#br0" timeOffset="51168.066">12912 7949 0,'0'0'0,"-47"0"16,0 0-16,0 0 0,0 0 15,-24 0-15,-23 0 16,0 0-16,-24 0 15,1 0-15,-24 0 16</inkml:trace>
  <inkml:trace contextRef="#ctx0" brushRef="#br0" timeOffset="51329.347">11783 7949 0,'-47'0'15,"-24"0"32,24 0-47,0 0 16,-23 0-16</inkml:trace>
  <inkml:trace contextRef="#ctx0" brushRef="#br0" timeOffset="51505.219">11312 7949 0</inkml:trace>
  <inkml:trace contextRef="#ctx0" brushRef="#br0" timeOffset="54104.559">10724 6891 0,'0'-24'47,"0"1"-32,0-1 1,24 24-1,-1 0-15,1 0 16,23 0 0,0 0-1,24 24-15,-71-1 16,23 1 0,1-1 15,-24 1 0,0-1-15,0 1-16,-24 23 15,1-24 1,-24 1 0,0-24 15,23 0-31,1 0 15,-1 0-15,95 23 157,-24 1-142,-47-1-15,23-23 16,1 24 0,-1 23-1,-23-24 16,0 1-15,0-1 0,0 1-1,0-1 17,0 1-17,-47-24 1,0 0 15,24 0-31,-1 0 16,1 0-1,-1 0 1</inkml:trace>
  <inkml:trace contextRef="#ctx0" brushRef="#br0" timeOffset="55040.038">11336 6867 0,'-24'0'16,"1"0"-16,-24 0 15,0 47 1,0-23-16,0 23 16,47-24-16,-24 1 15,24 23 1,-23-47-16,23 23 15,0 1 1,0-1-16,0 1 16,0-1-1,0 1 1,0-1-16,23 1 16,1-1-1,-1 1-15,24-1 16,0-23-1,-23 0 1,-1 0 0,1 0-1,-1 0-15,24 0 32,-47-23-32,0-24 62,-23 23-46,-1 24-16,1 0 15,-24 0-15,23 0 47,1 0-47,-1 0 31,-23 0-31</inkml:trace>
  <inkml:trace contextRef="#ctx0" brushRef="#br0" timeOffset="68952.501">21543 5315 0,'-24'0'46,"1"-24"-46,-71 1 16,94-1-16,-71 1 16,24 23-1,24 0-15,-24 0 16,23 0-16,-23 0 16,24 0-1,-1 0-15,1 23 16,-1 1-16,1 23 15,23-24-15,0 1 16,0-1 0,0 1 31,70-24-32,1 0-15,-1 0 16,1-24-1,-24 1 1,-24-24-16,1 23 16,-24 1-1,0-1-15,0 1 16,23-1-16,1 1 16,-24-1-1,0 1 1,0-1-1,0 71 110,0-23-125,0 46 16,0-46-16,0 46 16,0 1-16,0-48 15,0 1-15,0-1 16</inkml:trace>
  <inkml:trace contextRef="#ctx0" brushRef="#br0" timeOffset="69912.074">21096 5715 0,'24'0'31,"46"0"-31,24 0 16,0 0-16,47 0 15,-23-47-15,-71 47 16,0-24-16,0 1 16</inkml:trace>
  <inkml:trace contextRef="#ctx0" brushRef="#br0" timeOffset="70760.977">21637 6209 0,'24'0'16,"-24"-24"0,0-47-1,0 48-15,0-1 16,-47 24-16,23 0 16,-47 0-1,48 0 1,-1 0-16,-23 47 15,24-23-15,-1 0 16,24-1 0,-23-23-16,23 24 15,0-1 1,0 1 0,0-1-16,23 1 15,1-24 1,23 23-1,-24-23-15,1 0 16,-1 0-16,24 0 16,-23 0-16,23-23 15,-23-48-15,23 1 16,-47-72-16,0 72 16,23 23-16,-23 23 15,0 1-15,0 117 125,0-71-125,24 48 16,-24-1-16,47 1 15,-47 47 1,47-48-16,-24-23 0,1 24 16,-24-48-16,23 1 15,1-1 1</inkml:trace>
  <inkml:trace contextRef="#ctx0" brushRef="#br0" timeOffset="71537.56">21990 6162 0,'23'0'31,"-23"-24"-31,24 24 15,23 0 1,0 0 0,-47 47-1,23-47 1,-23 24-16,0-1 16,0 1-1,0-1-15,24-46 125,47-71-109,-71 70-16,47-23 15,-47 70 95,0 48-110,0-24 15,0-23 1,0-1-16,0 1 16,0-1-16,23 24 31,1-47-15,-1 0-16,24 0 15,0 0-15,0 0 16</inkml:trace>
  <inkml:trace contextRef="#ctx0" brushRef="#br0" timeOffset="72089.468">22437 5409 0,'0'-24'31,"47"24"-15,23 0-16,-46 0 16,46 0-16,-23-23 15,0 23-15,-23-24 16,23 24-16,0 0 16</inkml:trace>
  <inkml:trace contextRef="#ctx0" brushRef="#br0" timeOffset="72450.33">22484 5597 0,'0'24'31,"141"-24"-31,-47 0 16,23 0-16,-46 0 16,-24 0-16,-47-24 15</inkml:trace>
  <inkml:trace contextRef="#ctx0" brushRef="#br0" timeOffset="73273.552">23095 4915 0,'24'0'62,"46"0"-46,-70 24-16,24-1 16,-24 1-16,23-24 15,-23 47-15,0 0 16,0-24-1,0 48-15,0-48 16,0 24-16,0 24 16,0-24-16,-23 47 15,-1-47 1,24-23 15,-23-1-15,164-23 93,-94 0-109,0 0 16,-24 0-16,24 0 15</inkml:trace>
  <inkml:trace contextRef="#ctx0" brushRef="#br0" timeOffset="74434.083">23566 5009 0,'23'0'31,"24"0"-15,-23 0-16,-24 24 15,23-1-15,1 1 16,-1-1-16,-23 48 16,0-48-1,0 24 1,0-23-16,0 23 15,0-24-15,0 24 16,0-23-16,0-1 47,0-46 62,24-165-109,-1 117 16,48-23-16,-48 24 16,1-1-16,-1 48 15,-23-1-15,0 0 16,24 1-16,-24-1 15,-24 24 110,1 24-93,-1 23-17,1 0-15,-1 0 16,24-23-16,-47 46 16,47-46-16,0-1 15,0 24-15,0 0 16,0-23-1,0-1 1,0 1 0,24 23-16,-24-24 15,23-23-15,1 24 16,46-1-16,-23 1 16,-23-24-1,-1 0 1,1 0-16,-1 0 15,1 0-15,23 0 16,0 0-16,0 0 16,-23 0-16,23 0 15,-24 0 1,24 0 31,-23-24-32,-1 24 1</inkml:trace>
  <inkml:trace contextRef="#ctx0" brushRef="#br0" timeOffset="-158620.105">21802 5174 0,'0'94'62,"0"-24"-46,0-46-16,23-1 15,-23 1 48,47-24-47,-23 0-1,-1 0 1,1 0-16,-1-24 15,-23 1 1,0-1 0,0 1-16,24-1 31,-24 1-31,0-1 62,0 71 63,0 47-125,0 0 16,0 1-16,0-48 16,0 47-1,23-24-15,-23 1 16,24-48-16,-24 24 16,0-23 30,0 23 1,0-24-15,-47-23 93,47-23-125,-24-1 15,1 1 1,23-24-16,0 0 15,-24 23-15,24-23 16,0 0-16,0 0 16,0 0-1,0 24-15,0-1 16,0 1 0,0-1-1</inkml:trace>
  <inkml:trace contextRef="#ctx0" brushRef="#br0" timeOffset="-155660.233">20367 5174 0,'0'-24'16,"141"-70"-16,-47 71 15,71-1-15,23-23 16,47 0-16,-23 0 15,47 23-15,-1 24 16,-211 0 0,141-47-16,-23 47 15,-71 0-15,47-23 16,-117-1-16,46 24 16,-23 0-16,0-23 15,24 23-15,47-24 16,-48 24-16,1 0 15,-1 0-15,48 0 16,23 0-16,47 0 16,47 0-16,-23 0 15,-24 0-15,0-47 16,-47 47-16,-23-23 16,0-48-16,-24 48 15,-47-1-15,-24 1 16,1 23-16,-24 23 156,0 71-140,0 24-16,0 70 15,0 0-15,0 71 16,0-94-16,0 46 16,0-23-16,0 0 15,0-23-15,0-71 16,0-70-16,0 23 15,0-24-15,0 24 94,-71-23-94,-23-24 16,-24 23-16,24-23 15,0 24-15,-94-1 16,47 24-16,118-47 16,-119 24-16,1-1 15,-70 1-15,-72 23 16,95-47 0,-23 0-16,-1 0 15,24 0-15,0 0 16,23 24-16,-70-24 15,47 23-15,141-23 16,-47 0-16,-71 0 16,-23 0-16,0 0 15,70 0-15,47 0 16,48 0-16,-24 0 16,-24 0-16,24 0 15,0 0-15,24 0 16,-1 0-1,1 0-15,-1 0 47,1 0 0,23-23-31,-47-72-16,47 25 15,-24-24-15,24 23 16,0-46 0,0 23-16,0-24 15,0 47-15,0 24 16,-23-70-16,23 46 16,0 1-16,0 23 15,0 0-15,0 23 16,0 1-16,0-1 15,0 1 1,0-1 0,0-23 77,0 0-93,0-24 16,0-23-16,0-23 16,0-1-16,0 1 15,0 22-15,0 25 16,0-24-16,0 47 16,0 23-1,0 1 1</inkml:trace>
  <inkml:trace contextRef="#ctx0" brushRef="#br0" timeOffset="-155036.736">24342 4680 0,'0'0'0,"47"-24"16,23-23-16,1 0 15,46-47-15,-70 47 16,48-70-16,-1 46 16,0-47-16,0 24 31,0-70-15,-94 140-16,0 1 15,0-1-15</inkml:trace>
  <inkml:trace contextRef="#ctx0" brushRef="#br0" timeOffset="-154532.488">25306 3269 0,'0'47'31,"0"0"-16,0 47-15,0-71 16,0 48-16,47 23 16,-24 24-16,-23 46 15,71-93-15,-47-1 16,-24 24-16,0-23 16,23-24-16,1-47 15</inkml:trace>
  <inkml:trace contextRef="#ctx0" brushRef="#br0" timeOffset="-154156.462">25329 3786 0,'24'0'79,"47"0"-79,23 0 15,-24-23-15,-46 23 16,46-24-16</inkml:trace>
  <inkml:trace contextRef="#ctx0" brushRef="#br0" timeOffset="-152788.738">25988 3951 0,'0'-24'0,"0"1"15,-24-1-15,1 1 16,-1-1-16,1 1 16,-1-1-16,1 24 15,-1 0-15,-23 0 16,-23 0-16,46 0 15,-23 0 1,24 24-16,-1-24 16,24 47-16,0 0 15,0 0-15,0-24 16,0 1-16,0 23 16,0 0-1,24-24 1,-1-23-16,24 0 15,0 0-15,-23 0 16,23-70-16,-24-24 16,-23 0-16,0 47 15,47-47-15,-47 47 16,0 70 31,24 118-32,-24-117-15,23 23 16,-23-24-16,24 48 16,-1-71 15,24 0-15,1-24-1,-25-23-15,1 94 63,23 0-48,-47-23 1,47 23-16,-24-47 0,1 0 16,23 0-1,0 0-15,-24 0 16,1 0-16,23-47 15,-24 0-15,48 23 16,-71-23-16,23 47 16,-23-23-16,0-48 15,24 71-15,-24-23 16,0-24-16,0 23 16,0 1-16,0-1 15,-71-23 1,24 47-1,24 0-15,-1 0 16,-23 24 0,47 46-16,-23 1 15,23-1-15,0-23 16,23 24 0,1-48-16,-1-23 15,1 0-15,-1 0 16,1 0 15,-1 0-31,1 0 16,-24 24 46,47 93-62,-24-93 16,-23-1-16,24 72 15,-24-72 1,0 24-16,0-23 16,0-1-1,0 1-15,-47-24 16,23 0-16,1 23 16,-1-23-1,1 0-15,-24 0 31,23-70-15,24-1-16,0 1 16,0-1-16</inkml:trace>
  <inkml:trace contextRef="#ctx0" brushRef="#br0" timeOffset="-151636.722">26694 3857 0,'0'-24'16,"23"24"-1,24 0 1,-23 0 0,-1 0-1,1 0-15,23-23 16,-47-24-1,0 0-15,0 23 16,0-23 0,-24 24 15,1 23-15,-1 0-1,24 47 1,0 23-1,0 1-15,0-48 16,0 48-16,0-24 16,0-24-16,0 1 15,0-1-15,24-23 16,-1 0-16,1 0 16,-1-23-16,-23-1 15,24-23-15,-24 0 16,23-23-16,-23 46 15,24 24 64,23 0-64,-24 24 16,1-48-31,-24-23 16,47 24-16,-47-1 78,23 48-62,1-1-1,-1-23 17,1 0-17,23 0-15,-47-23 16,23-48-16,1-23 16,-24-24-16,0 48 15,0-48-15,0 1 16,0-24-16,0 23 15,0-23-15,0 23 16,0 48-16,0 46 16,0-46-16,0 46 15,0 71 32,0 235-47,0-141 16,94 118-16,-70-47 15,23-118-15,-24 47 16,-23-117-16,24 23 16,-24-24-16,0 1 15</inkml:trace>
  <inkml:trace contextRef="#ctx0" brushRef="#br0" timeOffset="-151300.173">27258 3363 0,'0'-24'16,"118"24"30,-48-23-46,1 23 16,-24 0 0</inkml:trace>
  <inkml:trace contextRef="#ctx0" brushRef="#br0" timeOffset="-150604.428">28081 3198 0,'0'-23'16,"-23"23"-16,-1 0 15,-23 0-15,24 0 16,-48 47 0,47 0-1,24-24-15,0 24 16,0-23-16,0 23 15,0-24-15,47 1 16,24 23-16,-24-47 16,-23 0-16,-1 23 15,1 1 32,-24-1-31,0 1-1,0 0-15,0-1 16,0 1-16,0-1 31,-24-23-15,1 0 0,-24-23-1,47-1-15</inkml:trace>
  <inkml:trace contextRef="#ctx0" brushRef="#br0" timeOffset="-150267.425">28199 2775 0,'0'70'16,"0"-23"0,0 48-16,47-1 15,-47 70-15,23-70 16,1 47-16,-24-47 15,0 1-15,0-1 16,0-47-16,23 0 16,-23-24-1,24 1-15,-1-1 16</inkml:trace>
  <inkml:trace contextRef="#ctx0" brushRef="#br0" timeOffset="-149428.256">28669 3457 0,'-23'0'0,"-1"0"0,1 0 31,-1 0-15,0 47-16,24 0 16,0 0-16,0-23 15,0-1-15,0 1 16,0-1-16,24-23 15,0 0 1,-1 0-16,-23-23 16,0-24-16,0-24 15,0 47-15,0 1 16,-23-48-16,-1 71 16,24 47 46,24 47-46,-1-94-16,1 24 15,-1-24-15,1 0 16,23 0-16,0 0 16,-47-47-1,0-47 1,23-47-16,-23 47 15,0-24-15,0 1 16,0 46-16,0 0 16,0 1-16,0 46 15,0-23-15,0 24 16,0 93 46,0 118-62,71-23 16,-48 0-16,1-1 16,-24-23-16,47-23 15,-24 23-15,-23-47 16,0-23-16,24-1 16,-24-46-1</inkml:trace>
  <inkml:trace contextRef="#ctx0" brushRef="#br0" timeOffset="-148884.28">29069 3198 0,'23'0'47,"24"0"-47,-23 0 0,-1 24 16,-23-1-1,0 1-15,24 23 16,0-24 0,-24 24-16,0 0 15,0 0-15,0-23 16,0-1-16,0 1 16,-48-1-1,1-23 1,0 0-1,24 0-15,-1 0 16,24-23 15,0-1-31</inkml:trace>
  <inkml:trace contextRef="#ctx0" brushRef="#br0" timeOffset="-148364.367">29328 3433 0,'47'0'78,"-24"-23"-62,1-1-16,-24-23 16,47-23-16,-47-1 15,0 48-15,0-24 16,0 23-16,0 1 16,0-1-16,-24 24 15,-23 0 1,24 24-1,23-1-15,0 71 16,0 0-16,0 0 16,0 0-16,23-23 15,24-24-15,-23 0 16,-1-47 0,1 0-16</inkml:trace>
  <inkml:trace contextRef="#ctx0" brushRef="#br0" timeOffset="-131357.791">25024 8184 0,'70'0'16,"-46"0"-16,23 0 15,-24 0 1,1 47-16,-24 0 31,0-23-31,0 23 16,0 0-16,0 0 16,0 0-16,0 0 15,-24-24-15,1 1 16,23-1-16,-47 1 31,23-24 63,71-47-94,0 0 15,0 23-15,24-23 16,-1 0-16,-46 24 16,23-24-16,24 0 15,-71 23 1,23 1 0,-23-1 155,-47 24-171,-23 0 16,-1 71-16,24-71 16,-24 70-16,24-46 15,0-1-15,47 1 16,-23-1 0,23 48-1,0-48 1,0 24-16,23 0 15,48 1-15,-48-25 16,24 24-16,0-23 16,-23-24-16,-1 0 15,1 23-15,0-23 16,-1 0 31</inkml:trace>
  <inkml:trace contextRef="#ctx0" brushRef="#br0" timeOffset="-130467.682">25235 9078 0,'24'0'16,"-1"23"0,-23 1-1,47-1-15,-47 1 16,24 23-16,-24 0 15,0 0 1,0-23 0,0-1-1,0-70 110,23 23-109,1 1-16,0 23 78,-1 0-78,1 0 31,-1 0-15,1 0 0,-1 0-1,-23 23 16,24 1-15,-24 23 0,0-23-1,0-1 1,0 1 15</inkml:trace>
  <inkml:trace contextRef="#ctx0" brushRef="#br0" timeOffset="-129341.24">25635 9337 0,'24'0'47,"-1"0"-32,1 0-15,-1 0 16,1 0-16,-1 0 16,1 0-16,-1 0 15,-23-48-15,0 25 16,0-24 0,-23 47-1,-1 0 1,1 0-1,-1 0-15,1 0 16,23 23 15,-24 24-31,24-23 16,0 0-16,0 23 16,0 0-16,0-24 15,24 1-15,-1-24 16,1 0-16,-1 0 15,24 0 1,-23 0 0,23 0-16,-24-24 15,1 1-15,-24-24 16,0 23 0,0 1-16,0-1 15,0 48 79,0-1-94,0 48 16,0-48-16,23 24 15,-23-23 1,24-24 15,47 23-15,-48-23-16,24 0 15,-23 0-15,23 0 16,-24-47-16,1 24 16,-24-24-16,0 70 93,0 24-93,0-23 16,0-1-16,23 24 16,1-23-16,-1-1 15,1 1-15,-1-24 16,24-71 31,-47-46-47,0 23 15,0 23-15,0 47 16</inkml:trace>
  <inkml:trace contextRef="#ctx0" brushRef="#br0" timeOffset="-128780.339">26576 8513 0,'47'0'78,"94"0"-78,-23 0 15,-71 0-15,23 0 16,-23 0 0</inkml:trace>
  <inkml:trace contextRef="#ctx0" brushRef="#br0" timeOffset="-128332.977">26435 8819 0,'47'47'63,"23"-47"-63,1 24 15,-24-24-15,47 0 16,-23 0-16,-1 0 16,-46 0-1</inkml:trace>
  <inkml:trace contextRef="#ctx0" brushRef="#br0" timeOffset="-126093.765">27352 8419 0,'0'-23'0,"47"23"16,-23 0-1,23 23 1,0 1-16,-24 23 15,1 23-15,-1-46 16,-23-1-16,0 24 16,0-23-16,24 23 15,-24 0 1,0-23-16,0-1 16,-24-23 109,71-70-125,0 23 15,-23-1-15,46-46 16,-46 47-16,23 0 15,-24 0-15,-23-23 16,-23 70 172,-24 23-173,0 24-15,0 0 16,23 0-16,1-23 15,-1 23-15,1 23 16,23-46-16,0 23 16,-24-23-1,24-1-15,0 1 16,0 23 0,24-47-1,-24 23-15,70 1 16,-46-24-16,-1 23 15,1-23-15,-1 0 16,24 0-16,-23 0 16,-1 0-16,1 0 15,47 0 1,-48 0 15,1 0-31,-1 0 16</inkml:trace>
  <inkml:trace contextRef="#ctx0" brushRef="#br0" timeOffset="-125181.126">28410 8702 0,'24'-24'31,"23"24"-15,-24 0-16,24 0 15,-23 0-15,47 0 16,-48 0 0,-46 0 109,-1 0-125,1 0 15</inkml:trace>
  <inkml:trace contextRef="#ctx0" brushRef="#br0" timeOffset="-123892.35">28857 8419 0,'0'-23'31,"71"23"0,-48 0-15,24 0-16,-23 0 16,23 0-1,-24 23 16,-23 1-15,0 23-16,0-24 16,0 1-16,0-1 15,0 1-15,0-1 16,0 1-16,0-1 16,0-46 140,24-1-156,-24 1 15,23-1-15,-23 1 16,24-1-16,-1-23 16,25 47-1,-48-23-15,47 23 16,-24 0 0,1 0 46,-1 70-31,24-23-31,-47 0 16,0 0 0,0 24-1,0-24-15,0 0 0,24 0 16,-24-23-16,0 46 15,0-46-15,23 46 16,-23 1 0,0-24-1,47-24-15,-23 48 16,-1 23-16,24-70 16,-47 23-16,71 23 15,-24-23 1,0-23-16,0-24 15,24 0 1,23 0-16,-24 0 16,-46 0-16,23-24 15,-24 1-15,1-24 16</inkml:trace>
  <inkml:trace contextRef="#ctx0" brushRef="#br0" timeOffset="-121589.266">30292 8325 0,'0'-23'16,"0"-1"0,0 1-16,0-24 15,0 23-15,0 1 16,0-1-16,0-23 16,-47 24-16,23 23 15,24-24-15,-47 24 16,24 0-1,-24 0 17,47 24-17,0 23-15,0-24 16,0 24 0,0-23-16,0 23 15,0 0 1,23-24-16,1 24 15,-1-47-15,24 0 16,0 0 0,-23 0-16,-1 0 15,24-70-15,-23-24 16,-1 0-16,48 23 16,-47 0-16,-24 1 15,0 46-15,0 1 16,0-1-16,0 1 15,-24 23 95,24 94-110,0-24 15,0 1-15,0-24 16,0 24-16,0-1 16,0-23-16,24 24 15,23-24-15,-24-24 16,1 1 0,23-24 15,0 0-31,0-47 15,23-47-15,-23 23 16,-47 1-16,47-1 16,-47 48-16,0 70 78,0-24-63,0 24-15,47-23 16,-47-1-16,47-23 16,-23 0 15,-1 0-15,1 0-1,-24 71 48,0-24-63,23 23 15,-23-23-15,0 0 16,0-23-16,0-1 16,0 1-16,0 23 15,0-24-15,0 25 16,0 22-16,0-46 15,0-1-15,-47-46 125,47-24-109,0 0-16,0 23 16,-23 0-16,23-23 47,47 47-32,47-23-15,-94-1 16,94-23-16</inkml:trace>
  <inkml:trace contextRef="#ctx0" brushRef="#br0" timeOffset="-121148.024">31868 7643 0,'0'94'47,"-24"94"-47,24-46 16,-23-48-16,23 23 15,-24 48-15,1-24 16,23-47-16,-24 0 16,24 24-16,-47-48 15,47-23-15,-24 0 16,24-23-16</inkml:trace>
  <inkml:trace contextRef="#ctx0" brushRef="#br0" timeOffset="-120363.961">32197 8702 0,'0'-24'16,"0"0"-1,0 1 1,-24 23-16,1-24 16,-24 24-1,-24-23-15,48 23 16,-24 0-16,23 0 31,-23 0-31,47 23 16,-23 24-16,23 24 15,0 0-15,0-1 16,0-46-16,0 23 16,47 0-16,23-47 15,-46 0 1,23 0-1,23-24 1,1-93-16,-48 23 16,24-24-16,0 47 15,-47-23-15,0 47 16,47-23-16,-47-1 16,0 48-16,0-24 15,0-24-15,0 48 16,0-1-16,0 1 47,-23 46-16,23 189-15,0-165-16,0 23 15,0 24-15,0-23 16,0 23-16,0-23 15,0-24 1,0 23-16,0-46 16</inkml:trace>
  <inkml:trace contextRef="#ctx0" brushRef="#br0" timeOffset="-119570.19">32550 8584 0,'23'0'0,"1"0"16,-1 0 30,-23 47-30,0 0 0,0-23-1,0 23-15,0 0 16,-23 0 0,-1-24-1,1-23 48,23-70-48,23 23-15,24 0 16,-23-24-16,-1 0 16,24 1-16,-47 46 15,0-23-15,0 71 94,-23 23-63,23-24-15,0 24-1,0 0 1,0-23-16,0 47 16,0-48-16,23 1 15,-23 23-15,24-47 16,-1 0-16,-23 23 16,47-23-16,-23 0 15,-1 0 16</inkml:trace>
  <inkml:trace contextRef="#ctx0" brushRef="#br0" timeOffset="-119118.006">33067 7714 0,'24'94'31,"23"-47"-31,-24 47 16,1-24-16,23 95 16,23 0-16,-70-71 15,0 23-15,24-23 16,-24-23-16,0-47 15,0 23-15,-24 47 16,24 0-16,-47-71 16,24 24-16,-24 0 15,0-23-15,-24 23 16,-70-47-16,23 23 16,-23-23-16,-47 0 15</inkml:trace>
  <inkml:trace contextRef="#ctx0" brushRef="#br0" timeOffset="-118302.182">30174 7737 0,'-23'0'0,"-1"0"16,-23 24-1,24 23 1,-1-24-16,24 48 15,0 70-15,-23 0 16,23-47-16,0 0 16,0 0-16,0-23 15,0-24-15,0 94 16,47 0-16,0-94 16,23 71-1,24-24-15,0-24 16,-70-23-16,23-23 15,0-1-15,0 1 16,-23-24-16,23 0 16,-24 0-16</inkml:trace>
  <inkml:trace contextRef="#ctx0" brushRef="#br0" timeOffset="-117435.657">26764 10936 0,'94'0'32,"-23"0"-17,-24 0-15,47 0 16,-24 0-16,1 0 15,-48 0-15,24 0 47,1 0-31,-25 0-16,1 0 16,-1 0 46</inkml:trace>
  <inkml:trace contextRef="#ctx0" brushRef="#br0" timeOffset="-116948.304">26905 11171 0,'24'23'16,"-1"1"-16,24-24 0,-23 0 16,23 0-16,23 0 15,-46 0-15,-1 0 16,24 0-1,-23 0-15,-1 0 32,1 0-17,0 0 1,23 0 0,-24 0-1</inkml:trace>
  <inkml:trace contextRef="#ctx0" brushRef="#br0" timeOffset="-116092.935">28128 10489 0,'0'-24'16,"-117"24"15,117 24-15,-47 23-16,-1 0 15,25 0-15,-1-23 16,1 23-16,23-24 16,-24 1-16,24 23 15,0-24 1,0 1-1,0-1-15,0 1 16,0 23-16,0-24 16,0 1-16,24 46 15,23-23-15,24-23 16,-48 23-16,24-47 16,-23 0-1,23 0 1,-24 0-16,24 0 31,-23 0-31,-1-24 16,24-70-16,-23 94 15,-24-47-15,0 24 16,0-1 0,0-23-16,-24 24 15,1 23 1,-1 0-16,-23 0 15,0 0-15,24 0 16,-24 0-16,0 0 16,23 0-16,1 0 15</inkml:trace>
  <inkml:trace contextRef="#ctx0" brushRef="#br0" timeOffset="-115292.339">28622 10912 0,'71'0'78,"-1"0"-63,-23 0-15,24 0 16,-48 0-16,1 0 16,-48 0 77,-93 0-93,70 24 16,23-24-16</inkml:trace>
  <inkml:trace contextRef="#ctx0" brushRef="#br0" timeOffset="-112525.08">30833 10207 0,'-24'0'31,"24"23"-31,0 1 16,0 46-16,-23 1 15,-1 46-15,-23-46 16,47 23-16,0 47 15,-23-47-15,23 0 16,0 47 0,0-70-16,0 23 15,23-94-15,-23 24 16,0-1-16,24 24 16,-1-23-16,1-1 15,-1-23-15,1 24 16,23-1-16,0 1 15,0 23-15,23-47 16,-23 47-16,1-24 16,-1-23-16,0 0 15</inkml:trace>
  <inkml:trace contextRef="#ctx0" brushRef="#br0" timeOffset="-111108.505">31115 10348 0,'24'0'32,"70"0"-32,-71 0 15,1 0-15,-1 0 16,1 0-16,-1 0 15,1 0-15,-24 23 16,23-23-16,1 24 16,-24 46-16,0-46 15,0-1 17,0 1-17,0-1 1,0 25-1,0-1 1,-24-24-16,1 1 31,23-1-15,-24-23-16,24 24 31,-23-24-15,23 23-1,0 24 32,-24-23-31,24-1 46,-47 1-46,71-24 125,-1 23-126,1-23 1,-1 0 0,1 0-1,23 0 95,-24 0-95</inkml:trace>
  <inkml:trace contextRef="#ctx0" brushRef="#br0" timeOffset="-110356.98">31726 10183 0,'0'47'47,"0"-23"-32,-23 70-15,-1-24 16,24 1-16,0-24 16,0 24-16,-23-1 15,23 1-15,0-48 16,0 24-16,-47 0 16,47-23-16,0-1 15,0 1-15,23 46 16,24-23-1,24 0-15,-71-23 16,71 23-16,-24-47 16,-24 0-1,24 0 32</inkml:trace>
  <inkml:trace contextRef="#ctx0" brushRef="#br0" timeOffset="-108884.363">32103 10348 0,'-47'0'78,"47"23"-62,-71 71 0,48-47-16,23-23 15,0 47-15,-24-24 16,1-24-16,23 24 16,0 0-16,0-23 15,0 23 1,0-24-16,23 1 15,1 23 1,23-24-16,-24 1 16,1-24-16,23 23 15,-24-23 32,24 0-47,-47-23 16,0-1-16,0 1 15,0-1-15,0 1 16,0-1 0,-23 1 15,-1 23-31,1 0 16,-1 0-1,1 0 1,-1 0-1,1 0 1,23 23 31</inkml:trace>
  <inkml:trace contextRef="#ctx0" brushRef="#br0" timeOffset="-108420.195">32479 9854 0,'-23'0'15,"23"23"-15,0 48 16,23-24-16,48 47 15,-48-23-15,48 23 16,-48-71-16,-23 24 16,47 24-16,-47-48 15,0 48-15,0-48 16,24 48-16,-24-24 16,0 24-16,0-24 15,0-24 1,0 48-16,-24-24 15,24-24-15,-70 24 16,46 24-16,-46-71 16</inkml:trace>
  <inkml:trace contextRef="#ctx0" brushRef="#br0" timeOffset="-107571.156">26811 12676 0,'24'0'16,"23"0"-1,0 0-15,0 0 16,23 24-16,24-24 16,0 0-16,-70 0 15,47 47-15,-24-47 16,-24 0-16</inkml:trace>
  <inkml:trace contextRef="#ctx0" brushRef="#br0" timeOffset="-107220.551">27070 12982 0,'70'0'16,"1"0"-16,-1 0 16,1 0-16,0 0 15,-24 0 1,-24 0 0,24 0-1,-23 0 1</inkml:trace>
  <inkml:trace contextRef="#ctx0" brushRef="#br0" timeOffset="-106469.997">28293 12159 0,'-118'47'47,"95"-24"-32,-24 24-15,47-23 16,-47 70-16,23-47 15,24-24-15,0 1 16,0 0-16,0-1 31,0 48-15,0-24-16,71-47 16,-71 47-16,47-47 15,0 23-15,0 1 16,-24-24-1,48 0-15,-48 0 16,24 0-16,-23 0 16,-1-24-16,24-23 15,-47-23 1,0 46-16,0-23 16,0 24-1,0-1-15,-47 0 31,24 24-15,-24 0 0,23 0-16,-23 24 15,24-24 1,23 24-16,0-1 31</inkml:trace>
  <inkml:trace contextRef="#ctx0" brushRef="#br0" timeOffset="-105548.04">28857 12606 0,'24'0'63,"23"0"-48,-24 0-15,24 0 16,-23 0-16,-1 0 16,-46-47 156,-24 47-157,23 0 63,48 0 0,23 0-62,-24 0-16,24 0 16</inkml:trace>
  <inkml:trace contextRef="#ctx0" brushRef="#br0" timeOffset="-103947.012">31162 12112 0,'24'70'47,"-24"-46"-31,0 46-1,23-23-15,-23 47 0,47-23 16,-47 0-16,0-48 15,0 1 110</inkml:trace>
  <inkml:trace contextRef="#ctx0" brushRef="#br0" timeOffset="-103036.78">31491 12041 0,'47'0'62,"0"0"-62,-23 0 16,-1 47-1,24-23 1,-47-1-16,0 1 16,24-1-16,-1 24 15,-23 0-15,0 0 16,0 0-16,0-23 15,0 23-15,0-24 16,0 25 0,0-1-16,0-24 47,0 1-47,48-24 140,22 0-140,1 0 16,-24 0-16,47 0 15,-24 0-15,-23 0 16,-23 0-16,-1 0 16,-46 0 93,-48 0-93,-23 0-1</inkml:trace>
  <inkml:trace contextRef="#ctx0" brushRef="#br0" timeOffset="-101931.715">29375 8255 0,'0'-71'47,"0"-23"-32,0-24-15,0 24 16,0-70-16,0 70 16,0-71-16,0 0 15,0 48-15,-24-71 16,24 47-16,-47 70 16,47 47-16,0-46 15,-23 23-15,23 23 16</inkml:trace>
  <inkml:trace contextRef="#ctx0" brushRef="#br0" timeOffset="-100770.648">29045 5644 0,'0'-23'15,"0"46"16,24 95-15,-24-71-16,0 23 16,0 1-16,0 23 15,0-47-15,0-24 16,0 25-16,23-48 16,1 23 109,-1-23-110,24 0-15,1 0 16,-1 0-16,47 0 15,-71 0-15,48 0 16,-1 0-16,1 0 16,-48 0-16,1 0 15,-1 0 1</inkml:trace>
  <inkml:trace contextRef="#ctx0" brushRef="#br0" timeOffset="-100324.429">29869 5456 0,'0'23'16,"0"25"0,0-1-16,0 23 15,0-46-15,0 46 16,0 24-16,23-23 15,1 46-15,-24-93 16,0 23-16,0-24 16,0 1-16,23 23 15,1-47 63</inkml:trace>
  <inkml:trace contextRef="#ctx0" brushRef="#br0" timeOffset="-99643.083">29892 5503 0,'0'-24'16,"24"-23"-1,23 47 1,23 0-16,-23-23 16,-23 23-16,23 0 15,-24 0-15,24 0 16,-23 0-1,-1 0-15,1 23 16,-24 1 0,0 23-1,0-23 17,0-1-17,0 1 1,-24-1-1,-46 24-15,46-23 16,-46-1-16,23 24 16,23-23-16,-23-24 15,-23 47-15,70-24 16</inkml:trace>
  <inkml:trace contextRef="#ctx0" brushRef="#br0" timeOffset="-99277.726">29916 5856 0,'47'0'16,"0"0"-16,23 47 15,-46-24-15,70 24 16,-71 0-16,24-23 16,0 23-16,0 24 15,47 23-15,-46-47 16,-1 0 0,0 0-16,23 23 15,-46-46-15,-1-24 63,1 0-48</inkml:trace>
  <inkml:trace contextRef="#ctx0" brushRef="#br0" timeOffset="-82635.952">17451 8090 0</inkml:trace>
  <inkml:trace contextRef="#ctx0" brushRef="#br0" timeOffset="-82236.415">17380 8278 0</inkml:trace>
  <inkml:trace contextRef="#ctx0" brushRef="#br0" timeOffset="-82051.801">17380 8278 0,'0'24'78,"-23"23"-78</inkml:trace>
  <inkml:trace contextRef="#ctx0" brushRef="#br0" timeOffset="-81892.666">17333 8372 0,'-23'24'47</inkml:trace>
  <inkml:trace contextRef="#ctx0" brushRef="#br0" timeOffset="-81724.719">17310 8419 0,'0'47'47,"-24"-23"-32</inkml:trace>
  <inkml:trace contextRef="#ctx0" brushRef="#br0" timeOffset="-81570.281">17239 8584 0</inkml:trace>
  <inkml:trace contextRef="#ctx0" brushRef="#br0" timeOffset="-78923.945">17051 8890 0,'0'23'188,"23"-23"-172,-23-47 515,0 24-531,24 23 234,-24-24-171</inkml:trace>
  <inkml:trace contextRef="#ctx0" brushRef="#br0" timeOffset="-72339.164">29516 10583 0,'0'-24'16,"-24"24"0,-23 0-1,0 0-15,0 0 16,-23 0-1,46 0-15,1 0 16,-1 24 0,0 0-1,1 23 1,23 0 0,0-24-16,0 24 15,0-23-15,0 23 16,0-24-1,23 48 1,1-71-16,0 23 16,23 1-16,0-1 15,-24 1-15,48-24 16,-48 0-16,24 0 16,-23 0-16,23 0 62,-24-24-31,-23 1-15,0-1-16,0 1 16,0-1-1,0 1-15,0-1 16,0-23-16,-23 47 15,-1-23-15,1-71 16,-1 94-16,1-24 16,-1-23-16,1 47 62,-1-23 1</inkml:trace>
  <inkml:trace contextRef="#ctx0" brushRef="#br0" timeOffset="-71532.475">29963 11100 0,'-24'0'15,"1"0"-15,-24 0 32,23 24 14,48-24 64,-24-24-79,0 1-31,0-1 16,0 1-1</inkml:trace>
  <inkml:trace contextRef="#ctx0" brushRef="#br0" timeOffset="-70780.715">30245 10489 0,'0'47'110,"0"47"-110,0-47 15,0 24-15,0-48 16,0 1-16,0-1 16,0 1 15,0 23-15,0-24-1,0 1 188</inkml:trace>
  <inkml:trace contextRef="#ctx0" brushRef="#br0" timeOffset="-69348.354">29774 12182 0,'-23'0'16,"-1"0"-16,1 0 15,-1 0 1,1 0-1,-1 0 1,1 0-16,23 24 16,0-1-16,0 24 15,0 0-15,0 24 16,0-24 0,23-47-1,48 23 1,-48 1-16,24-24 15,-23 0 1,23 0 0,0 0-1,-23 0-15,-1 0 32,-23-24-17,24 24 16,-1-47-31,-23-23 16,0 46-16,0-23 16,0 24-16,0-24 15,0 23 1,-47 24 0,24 0-1,-24 0-15,23 0 16,0 0 31,24 24 15</inkml:trace>
  <inkml:trace contextRef="#ctx0" brushRef="#br0" timeOffset="-68580.487">30174 12370 0,'0'24'110,"0"-1"155</inkml:trace>
  <inkml:trace contextRef="#ctx0" brushRef="#br0" timeOffset="-68164.239">30409 12159 0,'24'0'63,"-24"23"-48,23 1-15,-23-1 16,0 24-16,0 0 16,0-23 15,24-24 16</inkml:trace>
  <inkml:trace contextRef="#ctx0" brushRef="#br0" timeOffset="-67676.826">30974 11806 0,'-47'23'47,"23"25"-32,-23 22-15,24-23 16,23 0-16,0 24 15,-24-1-15,24 1 16,-47-1-16,47-46 16,0 23-16,0 0 15,0-24-15,24 1 16,23 70-16,0-47 16,0-23-16,0 23 15,0-24-15,23-23 16,-22 24-16,22 23 15,1-47 1,-1 0-16,-46 0 16</inkml:trace>
  <inkml:trace contextRef="#ctx0" brushRef="#br0" timeOffset="-66963.872">32103 11571 0,'0'-24'15,"47"24"-15,-24 47 16,24 24-16,-23-24 15,46 70-15,-23-22 16,-23-25-16,0-23 16,-1-23-16,-23-1 15,0 24-15,0-23 16,0 23 0,47 23-1,-23-23-15,-24-23 16,0 23-16,0 0 15,0 24-15,0-48 16,0 48-16,0-24 16,0 0-1,0-24-15,0 24 16,0 0-16,0-23 16,-24-1-16,1 1 15,-24-1-15,-24 24 16,-47-23-16</inkml:trace>
  <inkml:trace contextRef="#ctx0" brushRef="#br0" timeOffset="-65988.08">26976 13993 0,'94'0'0,"-47"0"15,-24 0-15,48 0 16,-24 0-16,0 0 16,-23 0-16,23 0 15,23 0-15,-23 0 16,0 0-16,0 0 16,0 0-1,-23 0-15,-1 0 16,24 24-16,0-24 15,0 0-15,0 0 16</inkml:trace>
  <inkml:trace contextRef="#ctx0" brushRef="#br0" timeOffset="-65422.167">27423 14369 0,'23'0'78,"-23"24"-78,71-24 16,-48 0-16,48 0 15,-24 0-15,-24 0 16,1 0-16,46 0 15,1 0-15,-48 0 16,48 0-16,-47 0 16,46 0-16,-46 0 15,23 0-15,-24 0 94</inkml:trace>
  <inkml:trace contextRef="#ctx0" brushRef="#br0" timeOffset="-64804.353">29398 13382 0,'0'94'62,"0"-24"-46,0-46-16,0 46 16,0-23-16,0 0 15,0 1-15,0-25 16,0 1-16,0-1 15,0 1 32,0-1-31,0 1-16,0 46 16</inkml:trace>
  <inkml:trace contextRef="#ctx0" brushRef="#br0" timeOffset="-63924.268">29375 13217 0,'-24'24'47,"-70"46"-47,71-23 16,-48 0-16,71-23 16,-71 46-1,48-46-15,23-1 16,-24 24-1,-23 0-15,24-23 16,-1-1 0,1 1 15,-1 23-15,24-23-1,24-1 63,46-23-62,-23 0-16,24 0 16,-1 0-1,1 0-15,-47 0 0,23 0 16,-24 0-16,1 0 31,-1 0-15,1 0-1,-1 0 95</inkml:trace>
  <inkml:trace contextRef="#ctx0" brushRef="#br0" timeOffset="-63355.399">29821 14111 0,'-23'0'15,"-1"0"17,-23 0-17,47-24 141,0 1-156</inkml:trace>
  <inkml:trace contextRef="#ctx0" brushRef="#br0" timeOffset="-62451.545">30221 13805 0,'0'-23'0,"-47"23"31,0 0-15,0 23-16,47 1 15,0 23 1,0-24-16,0 24 16,0-23-16,0 23 15,0-24 1,0 1 0,47-24-1,24 0 1,23 0-16,-71-47 15,1 47-15,-1-47 16,1 0 0,-24 23-16,0 1 15,0-1-15,0 1 16,0-1 0,0 1-16,0-1 15,0 0-15,-24 1 16,-23 23-1,-23-24 1,70 1-16,-47 23 16,0-24 15,0-23-15,47-23 46,0 46-46,0-23-16,0 24 15,23-24-15,24 0 16,-23 47 0,23 0-16,-24 0 15,24 0 1,-23 0-16,-1 0 15,1 0-15,-24 23 16,23-23-16,-23 24 16,0 23-16,0-24 15,0 1 1,0-1-16,0 1 16,-23-24-16,-1 70 15,-70-23-15,0 24 16,-23-48-16,70 1 15</inkml:trace>
  <inkml:trace contextRef="#ctx0" brushRef="#br0" timeOffset="-61397.423">28316 12229 0,'47'0'15,"-23"0"1,-1 0-16,1 0 15,-1 0 17,24 47-17,-47 0-15,24-23 16,47 46-16,-71-46 16,23-1-16</inkml:trace>
  <inkml:trace contextRef="#ctx0" brushRef="#br0" timeOffset="-60404.037">28410 12112 0,'-47'0'47,"0"23"-47,-23 1 15,-1 70-15,1-24 16,70-46-16,-47 23 15,23-24-15,24 24 16,-47 1-16,47-25 16,0 1-1,0-1 1,24 48 0,-1-48-1,24 24-15,-23-23 16,117 23-16,-94-24 15,23-23 1,24 24-16,-70-24 16,23 0-16,-24 0 31,1-24-15,-24 1-16,0-24 15,0 23-15,0-23 16,0 24-16,0-24 15,-24 23-15,-70 1 16,47 23-16,24 0 16,-1 0-16,-23 0 15,0 0-15,-23 0 16,23 0 0,47 23-1,-47 1-15,47-1 31,0 1-15,47-1 0,117-23-1</inkml:trace>
  <inkml:trace contextRef="#ctx0" brushRef="#br0" timeOffset="-59405.748">28269 10489 0,'-23'0'16,"-1"0"-16,-23 0 15,24 0-15,-24 0 16,23 0-16,1 0 15,-24 23 1,23 24-16,-70 24 16,70-24-16,24 0 15,-70 47-15,70-47 16,0 0-16,0 0 16,0-23-16,0-1 15,0 24-15,23-23 16,1 23-1,23-24-15,24 24 16,-71-23-16,23-24 16,24 0-16,-23 0 15,-1 0-15,1 0 16,23 0 0,23-24-16,-46 1 15,-1 23-15,1-24 16,-24 1 46,-24-1-46,-70-46-16,24 70 16,46 0-16,1 0 15</inkml:trace>
  <inkml:trace contextRef="#ctx0" brushRef="#br0" timeOffset="-39733.341">17992 7667 0,'0'47'109,"-24"0"-93,1-24-16,23 1 15,-47 46-15,47-46 16,-24-1 0,24 1-16,0-1 15,0 1-15,-23-1 16,23 1-16,-24 23 15,1 0 1,23-23 0,-24 23-1,24-24 1,-24 1 0,1 23-16,-1-47 15,24 23-15,0 24 16,-23-23-1,-1-1-15,48-46 172,23-24-172,-24-24 16,1 24-16,23 0 16,-47-23-16,47-25 15,-47 72-15,47-24 16,-47 23-16,24 1 15,-24-1-15,47 1 16,-24-1 0,1 1-1,-24-1-15,23 1 16,1-24-16,-24 23 16,23-23-1,1 24 1,-1-1-1,-23 1 1,0-1-16,0 1 16,24-1-1,-71 118 173,23-23-188,-23-1 0,24-46 15,23-1-15,0 24 16,-71 24-16,71-24 16,0-24-1,-23 1-15,-1-1 16,24 1 0,-47 47-16,47-48 15,-23-23 1,23 24-1,-24-1 1,24 1-16,-23-1 16,23 1-1,0-1 1,-24 1 0,24 23 46,-24-47-46,24 23-1,-23-23 17</inkml:trace>
  <inkml:trace contextRef="#ctx0" brushRef="#br0" timeOffset="-38396.873">17639 8090 0,'0'47'78,"0"-23"-78,0 46 16,0-23 0,0-23-16,0-1 15,0 24-15,0-23 16,0-1-16,-24 24 15,24 0 1,0-23 0,-23-1 15,23 1-15,47-24 171,0 0-187,0-24 16,-24 24-1,1-23-15,0-1 16,-1 24 0,1 0-1,-1 0 16,1-23-15,-1 23 15,1 0-31,-1-24 16</inkml:trace>
  <inkml:trace contextRef="#ctx0" brushRef="#br0" timeOffset="-35900.383">18250 8466 0,'47'-23'47,"212"23"-47,-165 0 15,-23 0-15,-48 0 16,48-24-16</inkml:trace>
  <inkml:trace contextRef="#ctx0" brushRef="#br0" timeOffset="-35204.279">18533 8255 0,'0'23'78,"0"24"-62,0-23-1,0 23-15,0-24 16,0 24 0</inkml:trace>
  <inkml:trace contextRef="#ctx0" brushRef="#br0" timeOffset="-34180.054">16534 8372 0,'23'0'0,"1"0"16,-1-23 0,24-1-1,-23 1-15,23-1 16,-47 1-1,23-1-15,-23-23 16,47 24 0,-47-1-16,0 1 15,24-48-15,23 47 16,-24-23-16,1 24 16,-24-1-16,0 1 15,0-24-15,0-24 16,23 1-1,1 70-15,-24-71 16,0 48-16,0-24 16,0 0-1,0 0-15,23 47 16,-23-24-16,0 1 16,0-25-16,0 25 15,0-24 1,0 23-1</inkml:trace>
  <inkml:trace contextRef="#ctx0" brushRef="#br0" timeOffset="-33550.028">16980 7149 0,'0'24'78,"0"23"-78,-47 0 16,47-24-16,0 24 15,-47-23-15,47-1 16,0 25 15,-23-48-31,23 23 16,0 1-16,-24-1 15</inkml:trace>
  <inkml:trace contextRef="#ctx0" brushRef="#br0" timeOffset="-32980.116">17004 7196 0,'23'24'93,"1"23"-77,-24-24-16,47 24 16,-24 0-16,-23 1 15,48-1-15,-25 0 16,-23-24 62</inkml:trace>
  <inkml:trace contextRef="#ctx0" brushRef="#br0" timeOffset="-31748.234">16651 7432 0,'0'23'63,"0"48"-48,0-24-15,0 0 16,0-24 15,0 1-15,0-1 31,0-70 93,0 0-140,0 0 16,0 24-16,0-1 16,0-23-16,24 0 31,-24 0-31,0 70 203,0 1-203,0 0 16,0-1-16,0 1 125</inkml:trace>
  <inkml:trace contextRef="#ctx0" brushRef="#br0" timeOffset="-23466.654">15358 10019 0,'-24'0'62,"1"0"-46,-1 0 15,-23 23-31,47 1 16,-24-24-1,24 23-15,0 1 16,0-1 0,-23-23-1,23 24 32,0-1-31,0 1 15,23 23-15,1-24-1,0 1-15,23-1 16,-24-23 0,1 0 15,23 24-31,-24-24 94,1-24-79,-1 1 48,-23-1-48,0 1 1,0-1 0,0 1-1,0-1 1,0 1-16,-23-1 15,23 1 17,0-1-1,-24 1-15,1-1 30,-24 24 1,23 0 16,-23 0-48,0 24 1,23-1 15,24 1 1,0-1-17,0 24 79,0-23-32,24-24-15,0 0-31,23 0 31,-24 0-47,1 0 15,-1 0 64,1 0-48,-24-24 47,0 1-78,0-1 16,0 1-1,0-1 16,0 1-31,-24 23 125,1 0-78,-24 0-31,23 23 15,1-23-31,23 24 16,-24-24-1,24 23 1,0 1 109,0-1-109,0 1 62,24-24-47,-1 0 0,1 23-31,-1-23 16,1 24-16,-1-24 16,1 0 62,-1 0-63</inkml:trace>
  <inkml:trace contextRef="#ctx0" brushRef="#br0" timeOffset="-22500.729">15616 10324 0,'71'0'0,"-24"0"16,-24 0-16,1 0 15,23 0-15,-24 0 16,48 0-16,0 0 16</inkml:trace>
  <inkml:trace contextRef="#ctx0" brushRef="#br0" timeOffset="-22333.969">16345 10324 0,'0'0'0,"47"0"16,-23 0-16,23 0 16,-24 0-16,48 0 15,23 0-15,47 0 16,-70-23-1,-1-1-15</inkml:trace>
  <inkml:trace contextRef="#ctx0" brushRef="#br0" timeOffset="-22173.231">17357 10277 0,'0'0'0,"117"0"16,-93 0-16,23 0 15,0 0 1,23 0-16,-23-23 16,71 23-16</inkml:trace>
  <inkml:trace contextRef="#ctx0" brushRef="#br0" timeOffset="-22028.416">18109 10230 0,'24'0'16,"-1"0"-16,1 0 15,-1 0 1,24 0-16,-23 0 16,46 0-16,1 0 15</inkml:trace>
  <inkml:trace contextRef="#ctx0" brushRef="#br0" timeOffset="-21021.369">19614 10066 0,'0'-24'15,"0"1"1,0-1-1,0 1 1,-47 23 0,-23 0-1,23 0-15,-24 0 16,1 0-16,-1 47 16,24-24-16,-23 24 15,46-23-15,-47 46 16,48-23-1,-1-47-15,24 24 16,0-1 0,0 1-1,0-1 1,0 1 0,47 23-1,-23-47 1,23 0-16,-23 23 15,46 1-15,-46-24 16,46 0-16,-23 0 16,0 0-16,0 0 15,-23 0 17,-1 0-1,1 0-16,-1-24 1,-23 1-16,24-1 16,-24 1-16,0-1 15,0 1-15,47-1 16,-47 1-16,0-1 16,0 1-1,0-1 1,0 1-16,0-1 15,0 1 1,0-24 0,-24 23-1,24 1 17,-23 23 46,-1 0-78</inkml:trace>
  <inkml:trace contextRef="#ctx0" brushRef="#br0" timeOffset="-6020.808">1670 3974 0,'-24'24'78,"24"70"-78,0 0 16,0 47-16,0-23 15,0-24-15,24-47 16,23-24-16,0-23 15,47 0-15,-71 0 16,72-23-16,-25-71 16,24-71-16,-70 71 15,46-94-15,-23 94 16,-47 0-16,24 47 16,-24-24-16,0 24 15,-24 47 63,1 47-62,23 24-16,0 46 16,-24-23-16,24 47 15,0 1 1,0 22-16,0 1 15,24-71-15,-24 71 16,23-71-16,-23 0 16,0-47-16,0 0 15,0-24 1,0 1 0,0-1-1,-23 1 16,-48-1-15,48-23-16,-24 47 16,-24-47-16,24 0 15,-23 0-15,-1 0 16,47 0-16,1 0 16,-24 0-16,0-94 15,-24 0 1,71-47-16,0 71 0,0-25 15,0 25-15,0-1 16,0 48-16,0-1 16,24-23-1,70 47 1</inkml:trace>
  <inkml:trace contextRef="#ctx0" brushRef="#br0" timeOffset="-5558.05">3128 4045 0,'23'0'63,"142"0"-48,-47 0-15,-71-24 16,70 1-16,-23-1 16,-70 1-16,-1-1 15,-117 24 32,71 0-31</inkml:trace>
  <inkml:trace contextRef="#ctx0" brushRef="#br0" timeOffset="-5196.219">3104 4351 0,'24'0'16,"23"0"0,0 0-16,71 0 15,46 0-15,-70 0 16,-23-24-16,46 1 16,-69-1-16</inkml:trace>
  <inkml:trace contextRef="#ctx0" brushRef="#br0" timeOffset="-4148.41">4116 3574 0,'47'0'31,"47"0"-15,-47 48-16,0-25 15,-24 1-15,1-24 16,-24 47-16,0 0 15,47 23-15,-47 1 16,0-48 0,0 24-16,0 0 15,0 0-15,0 24 16,-24-71-16,1 47 16,-1-24-16,1 1 15,-1-24 48,1 0-48,23-24-15,23-46 16,1-48-16,23 48 16,0-71-16,24 47 15,-24-24-15,23 24 16,-46 23-16,23 24 15,-24 0-15,1 0 16,-48 47 93,1 47-93,23-23-16,-47 23 16,47-24-16,-24 1 15,24 23 1,0 0-16,-23 47 16,23-47-16,0 0 15,-47 24 1,47-24-16,0 0 15,0 23-15,0-46 16,0-1-16,0 24 16,47-47 15,0 0-15,23 0-16,1 0 15,-1 0-15,-23 0 16,-23 0-16,-1 0 15,1 0-15,-1 0 16,1 0 15</inkml:trace>
  <inkml:trace contextRef="#ctx0" brushRef="#br0" timeOffset="-1068.185">4563 2751 0,'23'0'47,"1"0"31,-1 0-78,1 0 16,-24 47-16,0-23 15,0-1 1,0 1-16,0-1 31,0 1-15,0-1 0,0 1 15,0 0 0,23-24 78,24 0-93,-23 0 0,-1 0-1,1 0 1,-1 0 0</inkml:trace>
  <inkml:trace contextRef="#ctx0" brushRef="#br0" timeOffset="-573.3">4986 3645 0,'94'24'32,"118"-24"-17,-142 0-15,1 0 16,-48 0-16,48 0 15,-48 0 1,1-24-16,-1 24 16,1 0 15</inkml:trace>
  <inkml:trace contextRef="#ctx0" brushRef="#br0" timeOffset="-155.263">5268 3433 0,'0'47'46,"0"-23"-30,0 23-16,0-24 16,47 95-16,-47-47 15,24-48-15,-24 1 16,23-1-16,-23 1 47,24-1 0</inkml:trace>
  <inkml:trace contextRef="#ctx0" brushRef="#br0" timeOffset="852.688">6021 3222 0,'23'0'62,"48"47"-46,-48-24-16,1 1 16,-1 23-16,-23-24 15,0 1-15,0-1 16,0 1-1,0-1-15,0 1 32,0-1-17,0 1 1,-23-1-16,23-70 94,117-211-79,-22 140-15,-72 71 16,24-23-16,-47 46 16,24 24-16,-24-23 15,-24 70 110,24-24-109,0 1-16,0 23 15,-47 23-15,0 48 16,47-71-16,0 0 16,0-24-1,0 24 1,0-23 0,0 23-16,0 0 15,24 0 1,-1-47-16,24 24 15,0-24-15,-23 0 16,23 0-16,-24 0 16,1 0-16,-1 0 15,24-24-15</inkml:trace>
  <inkml:trace contextRef="#ctx0" brushRef="#br0" timeOffset="2763.178">6703 3880 0,'23'0'375,"1"0"-375,-1 0 78,-23 71-31,0-24-47,0-24 15,-23-23 1,23 47 78,23-47 62</inkml:trace>
  <inkml:trace contextRef="#ctx0" brushRef="#br0" timeOffset="3835.287">6303 2352 0,'47'0'78,"-23"0"-78,23 0 15,-24 0-15,1 0 16,-1 0 0,1 23-16,-1 24 31,-23-23-16,0-1 1,0 1 0,0-1-16,0 1 15,0 23-15,-23-24 16,93-23 171,-46 47-171,-1-47 0,-23 24-1,24-24 1,-24 23 15,0 24-15,0-23-1,0-1 1,0 1-16,-47-1 16,0 1-16,0-24 15,23 23-15,1-23 16,-1 0-16,-23 0 62,24-23-62,-1 23 16</inkml:trace>
  <inkml:trace contextRef="#ctx0" brushRef="#br0" timeOffset="5299.282">6656 3833 0,'23'0'62,"48"0"-62,-24 0 16,-24 0-16,-23 24 15,24-24-15,23 23 16,-47 1 15,0 23-15,0-24-1,0 24 1,0-23 0,0-1-16,0 24 15,-24-47-15,24 24 391,47-24-391,71-47 16,-94 23-16,23 24 15,47-47-15,-71 24 156</inkml:trace>
  <inkml:trace contextRef="#ctx0" brushRef="#br0" timeOffset="26203.292">17380 7972 0,'0'24'62,"-23"-24"-46</inkml:trace>
  <inkml:trace contextRef="#ctx0" brushRef="#br0" timeOffset="26371.597">17263 8043 0,'-47'24'63,"0"-24"-47</inkml:trace>
  <inkml:trace contextRef="#ctx0" brushRef="#br0" timeOffset="26556.628">17027 8137 0,'-23'24'16,"-24"-24"-1,23 0 1,-23 23-1</inkml:trace>
  <inkml:trace contextRef="#ctx0" brushRef="#br0" timeOffset="26722.754">16698 8231 0,'-23'0'0,"23"24"16,-24-24-16,1 0 16,-1 0-16,1 0 15,-1 23-15</inkml:trace>
  <inkml:trace contextRef="#ctx0" brushRef="#br0" timeOffset="26898.497">16322 8372 0,'-47'24'15,"47"-1"1,-24-23-16,1 0 16,-24 24-16,23-24 15,1 0-15</inkml:trace>
  <inkml:trace contextRef="#ctx0" brushRef="#br0" timeOffset="27067.872">15922 8513 0,'-23'0'15,"-1"0"-15,0 24 16,1-24-1,-1 0-15,1 0 16,-24 23-16</inkml:trace>
  <inkml:trace contextRef="#ctx0" brushRef="#br0" timeOffset="27236.198">15499 8607 0,'-24'0'0,"24"24"16,-23-1-16,-1-23 16,-46 0-16,46 0 15,1 0-15,-48 24 16</inkml:trace>
  <inkml:trace contextRef="#ctx0" brushRef="#br0" timeOffset="27418.282">14840 8772 0,'-23'0'16,"-24"0"-16,23 0 16,1 0-1,-24 0-15,0 47 16,23-47-16,-47 0 15,24 24-15</inkml:trace>
  <inkml:trace contextRef="#ctx0" brushRef="#br0" timeOffset="27609.953">14370 8866 0,'-47'0'15,"23"24"1,1-24 15,-1 0-15,1 23-1,-24-23 1</inkml:trace>
  <inkml:trace contextRef="#ctx0" brushRef="#br0" timeOffset="27874.172">13994 8937 0,'0'23'16,"-24"-23"30,0 0-14,1 24-17,-1-24 1</inkml:trace>
  <inkml:trace contextRef="#ctx0" brushRef="#br0" timeOffset="28130.444">13829 8984 0,'-24'0'63,"24"23"-63</inkml:trace>
  <inkml:trace contextRef="#ctx0" brushRef="#br0" timeOffset="28538.742">13735 9031 0</inkml:trace>
  <inkml:trace contextRef="#ctx0" brushRef="#br0" timeOffset="28707.363">13852 9101 0,'47'0'0,"24"24"16,0-1 0,-48-23-16</inkml:trace>
  <inkml:trace contextRef="#ctx0" brushRef="#br0" timeOffset="29052.366">14934 9219 0,'24'0'0,"-1"0"15,1 0 1,-1 0-16,48 47 15,-48-47-15</inkml:trace>
  <inkml:trace contextRef="#ctx0" brushRef="#br0" timeOffset="29228.567">15334 9289 0,'24'0'16,"-1"24"-16,1-24 15,-1 0 1,48 0 0,-24 24-16,47-1 15,-71-23-15</inkml:trace>
  <inkml:trace contextRef="#ctx0" brushRef="#br0" timeOffset="29394.601">15875 9384 0,'0'23'0,"24"-23"0,-1 24 15,1-24 1,23 23 0,-24-23-1,1 24-15</inkml:trace>
  <inkml:trace contextRef="#ctx0" brushRef="#br0" timeOffset="29762.618">16463 9572 0</inkml:trace>
  <inkml:trace contextRef="#ctx0" brushRef="#br0" timeOffset="29978.136">16463 9572 0,'-94'0'78,"23"23"-62</inkml:trace>
  <inkml:trace contextRef="#ctx0" brushRef="#br0" timeOffset="30283.627">15358 9689 0,'0'0'0,"-24"0"63,1 0-48,-24 0 1</inkml:trace>
  <inkml:trace contextRef="#ctx0" brushRef="#br0" timeOffset="30466.759">15075 9713 0,'-23'0'16,"-1"0"-16,24 23 15,-47-23 1,24 0 0,-24 24-16</inkml:trace>
  <inkml:trace contextRef="#ctx0" brushRef="#br0" timeOffset="30651.763">14770 9783 0,'-24'0'47,"1"24"-16,-1-24-31</inkml:trace>
  <inkml:trace contextRef="#ctx0" brushRef="#br0" timeOffset="30842.337">14629 9830 0</inkml:trace>
  <inkml:trace contextRef="#ctx0" brushRef="#br0" timeOffset="31418.28">14629 9854 0,'0'23'0,"23"-23"16,1 0-16,-1 24 16,24-1-1,-23-23 1,23 24 0,-24-24 15,1 24 16,-1-24-47,1 0 15,23 0 1,-24 0 0,1 0 30,-1 0-14,1 0-1,-1 0 16,1 0-32</inkml:trace>
  <inkml:trace contextRef="#ctx0" brushRef="#br0" timeOffset="32923.377">15405 10042 0,'-24'0'109,"-23"0"-109,24 0 16,-1 0-16,1 0 15,-1 0 17,-47 71-17,48-71 1,23 23-16,-24-23 47,1 24-47,23-1 15,0 1 63,0-1-62,47 1 0,-24-24-1,1 0 1,-1 0-16,1 0 31,23 0-15,24 0-16,-48 0 15,48 0 1,-48 0-16,1 0 63,-1 0-63,1 0 46,-24-24-14,0-23-17,0 24 1,0-1 0,0 1 46,0-1-62,-24 1 16,-23-1-1,24 1-15,-24 23 16,23 0 0,-23-24-1,24 24 32,-24 0 16,-1 0-32,48 24 16,0-1-16,0 24-31,0-23 31,0-1-15</inkml:trace>
</inkml:ink>
</file>

<file path=ppt/ink/ink5.xml><?xml version="1.0" encoding="utf-8"?>
<inkml:ink xmlns:inkml="http://www.w3.org/2003/InkML">
  <inkml:definitions>
    <inkml:context xml:id="ctx0">
      <inkml:inkSource xml:id="inkSrc0">
        <inkml:traceFormat>
          <inkml:channel name="X" type="integer" max="1440" units="cm"/>
          <inkml:channel name="Y" type="integer" max="900" units="cm"/>
          <inkml:channel name="T" type="integer" max="2.14748E9" units="dev"/>
        </inkml:traceFormat>
        <inkml:channelProperties>
          <inkml:channelProperty channel="X" name="resolution" value="35.29412" units="1/cm"/>
          <inkml:channelProperty channel="Y" name="resolution" value="35.29412" units="1/cm"/>
          <inkml:channelProperty channel="T" name="resolution" value="1" units="1/dev"/>
        </inkml:channelProperties>
      </inkml:inkSource>
      <inkml:timestamp xml:id="ts0" timeString="2019-12-19T11:20:09.551"/>
    </inkml:context>
    <inkml:brush xml:id="br0">
      <inkml:brushProperty name="width" value="0.05292" units="cm"/>
      <inkml:brushProperty name="height" value="0.05292" units="cm"/>
      <inkml:brushProperty name="color" value="#FF0000"/>
    </inkml:brush>
  </inkml:definitions>
  <inkml:trace contextRef="#ctx0" brushRef="#br0">22249 7502 0,'0'0'0,"-71"0"15,0-47 1,24 0-1,-23-24-15,-48 1 16,24-1-16,-23 24 16,-119-70-16,72 46 15,-24 1-15,46 46 16,72 1-16,23 23 16,23 0-16,1 0 15,-1 0-15,1 0 16,-1 0-1,1 0 1,-1 0-16,1 0 16,-24 23-16,23 1 15,-23 70-15,-23 70 16,70-93-16,0-1 16,0 1-16,0 0 15,0 23-15,0 0 16,0 23-16,0-23 15,0 24-15,23-71 16,24 24-16,0-1 16,0 1-16,-23-48 15,23 24 1,-24-23-16,1-1 16,46 1-16,-23-24 15,0 0-15,0 0 16,-23 0-1,47 0-15,-48 0 16,24 0-16,-23 0 16,-1 0-16,48 0 15,-1 0-15,24-24 16,-23 24-16,-24 0 16,23 0-16,1 0 15,-24 0-15,-23 0 16,23 71-16,-47-48 15,23 48-15,-23-48 16,24-23-16,-24 47 16,0-23-16,0-1 15,0 24-15,0 1 16,23-25-16,1 24 16,-1 24-16,1-1 15,-1 1-15,71 23 16,-94-47-16,71 23 15,-48-23-15,-23-23 16,24-24 0,-24 23-16,23 1 15,1 0-15,-1-1 16,25 1 0,22-24-16,1 0 15,23 0-15,-47 0 16,23 0-16,-46 0 15,23 0-15,-24 0 16,1 0 15,-1 0-31,24 0 16,-47 47 0,47 0-16,-23 0 15,23 47-15,-23 23 16,70 71-16,-71-46 15,1-1-15,46-24 16,-46-23-16,-1 0 16,-23-23-16,0-24 15,47 0-15,-47-23 16,0-1 0,24-23-16,-24 47 15,23 0 1,1-23-16,-1 23 15,1 0-15,46 0 16,-46 0-16,-1-24 16,25 1-16,-1-1 15,0 24-15,23-23 16,1-1-16,23-23 16,-47 48-16,0-48 15,47 0-15,24 0 16,23 0-16,-24-71 15,-70 0-15,0 1 16,0-24-16,0-24 16,0 1-16,-23 23 15,-1-1-15,-23 1 16,0 24-16,0 23 16,0 0-16,0 23 15,0 1-15,0-1 16,-23 1-16,23-1 15,-24 1 1,1-24-16,23 0 16,-24 23-16,24-47 15,-47-46-15,47 46 16,0 1 0,0-24-16,0 23 15,0-46-15,0 22 16,0 25-16,-47 23 15,47-24-15,0-23 16,-47 24-16,47 23 16,0 0-16,0-24 15,0 48-15,-47-72 16,47 72-16,-23-48 16,23 48-16,-24-24 15,1 0-15,-1 0 16,1 23-1,-1-23 1,1 47-16,-24-47 16,23 0-16,1 47 15,-25-47-15,25 24 16,-71-48-16,47 48 16,0-25-1,0 25-15,-24-24 31,48 47-31,-1-24 0,1 24 16,-1 0 0,-23 0-1,0 0-15,-23 0 16,22 0-16,-22 24 16,23-24-16,-24 0 15,1 23-15,46-23 16,1 0-16,-24 0 15,23 0-15,1 0 16,-1 0-16,1 0 16,-1 0-16,-23-47 15,24 47-15,-24-47 16,23 0-16,-70 0 16,47 0-16,0 0 15,0 24-15,23 23 16,-23-24-1,24 1 1,-1 23-16,-23-24 16,24 1-1,-1 23-15,-23 0 16,0 0-16,24-47 16,-1 47-1</inkml:trace>
  <inkml:trace contextRef="#ctx0" brushRef="#br0" timeOffset="2832.443">21049 7620 0</inkml:trace>
  <inkml:trace contextRef="#ctx0" brushRef="#br0" timeOffset="3335.23">21096 7667 0</inkml:trace>
  <inkml:trace contextRef="#ctx0" brushRef="#br0" timeOffset="3608.113">21214 7784 0,'23'0'63,"-23"24"-16</inkml:trace>
  <inkml:trace contextRef="#ctx0" brushRef="#br0" timeOffset="3751.154">21261 7831 0</inkml:trace>
  <inkml:trace contextRef="#ctx0" brushRef="#br0" timeOffset="6296.482">21708 8419 0,'23'0'15,"1"0"1,-1 24-1,1-24 1,23 23 0,-24 1-1,1 23 48,-1-24-63,1 1 15,-24-1 48,0 1-32,0-1-31,0 1 16,0 23-1,0-23 1,0-1 0,0 1-16,-24-24 15,24 23 1,0 1 0,0-1-1,0 1 1,0-1-1,0 1 48,47 23-47,-23-47 30,-1 0-30,1 0 0,23 0-16,-24 0 15,24 0-15,-23 0 16,-1 0 62,1 0-62,0 0-1,-1 0 1,1 0-16,23 0 31,-24 0-15,1 0-16,-1-24 15,1 24 17,23 0 61,-24 0-46,1 24-47,-1-24 16,24 0 0,0 0-1,-23 0-15,-1 23 16,24 1-1,-23-24 1,46 23 0,-22-23 15,-25 0-31,-23 24 16,47-24-16,-23 0 15,23 0 16,-24 0 1,24 0-17,-23 0 1,23 0 31,-24 0-47,1 0 15,-1 0-15,1 0 16,46 23 62,-70 1-78,0-1 16,24 24-1,-24-23 1,0-1-16,23-23 16,-23 24-16,0-1 15,24 25 1,-24-25-16,0 1 16,0 23-16,0-24 15,0 1 1,0-1 31,0 1-47,23 23 15,-23-24 17,0 1-32,0-1 15,0 1 1,0-1-1,0 1 1,0-1-16,0 1 16,0-1 15,0 24 16</inkml:trace>
  <inkml:trace contextRef="#ctx0" brushRef="#br0" timeOffset="21704.578">23495 10842 0,'0'-24'47,"24"24"-31,-1 0-16,1 0 15,23 0-15,23 0 16,-23 0-16,24 0 15,-48 0-15,1 0 32</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DA741581-C4A6-43B7-A212-170C6B70A2D3}" type="datetimeFigureOut">
              <a:rPr lang="en-US" smtClean="0"/>
              <a:t>12/23/2019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CE78C1A-3B63-442D-B98F-F162A1F3FBFA}" type="slidenum">
              <a:rPr lang="en-US" smtClean="0"/>
              <a:t>‹#›</a:t>
            </a:fld>
            <a:endParaRPr lang="en-US"/>
          </a:p>
        </p:txBody>
      </p:sp>
    </p:spTree>
    <p:extLst>
      <p:ext uri="{BB962C8B-B14F-4D97-AF65-F5344CB8AC3E}">
        <p14:creationId xmlns:p14="http://schemas.microsoft.com/office/powerpoint/2010/main" val="13788954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A741581-C4A6-43B7-A212-170C6B70A2D3}" type="datetimeFigureOut">
              <a:rPr lang="en-US" smtClean="0"/>
              <a:t>12/23/2019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CE78C1A-3B63-442D-B98F-F162A1F3FBFA}" type="slidenum">
              <a:rPr lang="en-US" smtClean="0"/>
              <a:t>‹#›</a:t>
            </a:fld>
            <a:endParaRPr lang="en-US"/>
          </a:p>
        </p:txBody>
      </p:sp>
    </p:spTree>
    <p:extLst>
      <p:ext uri="{BB962C8B-B14F-4D97-AF65-F5344CB8AC3E}">
        <p14:creationId xmlns:p14="http://schemas.microsoft.com/office/powerpoint/2010/main" val="42173957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DA741581-C4A6-43B7-A212-170C6B70A2D3}" type="datetimeFigureOut">
              <a:rPr lang="en-US" smtClean="0"/>
              <a:t>12/23/2019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CE78C1A-3B63-442D-B98F-F162A1F3FBFA}" type="slidenum">
              <a:rPr lang="en-US" smtClean="0"/>
              <a:t>‹#›</a:t>
            </a:fld>
            <a:endParaRPr lang="en-US"/>
          </a:p>
        </p:txBody>
      </p:sp>
    </p:spTree>
    <p:extLst>
      <p:ext uri="{BB962C8B-B14F-4D97-AF65-F5344CB8AC3E}">
        <p14:creationId xmlns:p14="http://schemas.microsoft.com/office/powerpoint/2010/main" val="10442696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DA741581-C4A6-43B7-A212-170C6B70A2D3}" type="datetimeFigureOut">
              <a:rPr lang="en-US" smtClean="0"/>
              <a:t>12/23/2019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CE78C1A-3B63-442D-B98F-F162A1F3FBFA}" type="slidenum">
              <a:rPr lang="en-US" smtClean="0"/>
              <a:t>‹#›</a:t>
            </a:fld>
            <a:endParaRPr lang="en-US"/>
          </a:p>
        </p:txBody>
      </p:sp>
    </p:spTree>
    <p:extLst>
      <p:ext uri="{BB962C8B-B14F-4D97-AF65-F5344CB8AC3E}">
        <p14:creationId xmlns:p14="http://schemas.microsoft.com/office/powerpoint/2010/main" val="11779383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DA741581-C4A6-43B7-A212-170C6B70A2D3}" type="datetimeFigureOut">
              <a:rPr lang="en-US" smtClean="0"/>
              <a:t>12/23/2019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CE78C1A-3B63-442D-B98F-F162A1F3FBFA}" type="slidenum">
              <a:rPr lang="en-US" smtClean="0"/>
              <a:t>‹#›</a:t>
            </a:fld>
            <a:endParaRPr lang="en-US"/>
          </a:p>
        </p:txBody>
      </p:sp>
    </p:spTree>
    <p:extLst>
      <p:ext uri="{BB962C8B-B14F-4D97-AF65-F5344CB8AC3E}">
        <p14:creationId xmlns:p14="http://schemas.microsoft.com/office/powerpoint/2010/main" val="37237735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DA741581-C4A6-43B7-A212-170C6B70A2D3}" type="datetimeFigureOut">
              <a:rPr lang="en-US" smtClean="0"/>
              <a:t>12/23/2019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CE78C1A-3B63-442D-B98F-F162A1F3FBFA}" type="slidenum">
              <a:rPr lang="en-US" smtClean="0"/>
              <a:t>‹#›</a:t>
            </a:fld>
            <a:endParaRPr lang="en-US"/>
          </a:p>
        </p:txBody>
      </p:sp>
    </p:spTree>
    <p:extLst>
      <p:ext uri="{BB962C8B-B14F-4D97-AF65-F5344CB8AC3E}">
        <p14:creationId xmlns:p14="http://schemas.microsoft.com/office/powerpoint/2010/main" val="22270876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A741581-C4A6-43B7-A212-170C6B70A2D3}" type="datetimeFigureOut">
              <a:rPr lang="en-US" smtClean="0"/>
              <a:t>12/23/2019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CE78C1A-3B63-442D-B98F-F162A1F3FBFA}" type="slidenum">
              <a:rPr lang="en-US" smtClean="0"/>
              <a:t>‹#›</a:t>
            </a:fld>
            <a:endParaRPr lang="en-US"/>
          </a:p>
        </p:txBody>
      </p:sp>
    </p:spTree>
    <p:extLst>
      <p:ext uri="{BB962C8B-B14F-4D97-AF65-F5344CB8AC3E}">
        <p14:creationId xmlns:p14="http://schemas.microsoft.com/office/powerpoint/2010/main" val="24707181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DA741581-C4A6-43B7-A212-170C6B70A2D3}" type="datetimeFigureOut">
              <a:rPr lang="en-US" smtClean="0"/>
              <a:t>12/23/2019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CE78C1A-3B63-442D-B98F-F162A1F3FBFA}" type="slidenum">
              <a:rPr lang="en-US" smtClean="0"/>
              <a:t>‹#›</a:t>
            </a:fld>
            <a:endParaRPr lang="en-US"/>
          </a:p>
        </p:txBody>
      </p:sp>
    </p:spTree>
    <p:extLst>
      <p:ext uri="{BB962C8B-B14F-4D97-AF65-F5344CB8AC3E}">
        <p14:creationId xmlns:p14="http://schemas.microsoft.com/office/powerpoint/2010/main" val="7814967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DA741581-C4A6-43B7-A212-170C6B70A2D3}" type="datetimeFigureOut">
              <a:rPr lang="en-US" smtClean="0"/>
              <a:t>12/23/2019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CE78C1A-3B63-442D-B98F-F162A1F3FBFA}" type="slidenum">
              <a:rPr lang="en-US" smtClean="0"/>
              <a:t>‹#›</a:t>
            </a:fld>
            <a:endParaRPr lang="en-US"/>
          </a:p>
        </p:txBody>
      </p:sp>
    </p:spTree>
    <p:extLst>
      <p:ext uri="{BB962C8B-B14F-4D97-AF65-F5344CB8AC3E}">
        <p14:creationId xmlns:p14="http://schemas.microsoft.com/office/powerpoint/2010/main" val="28463530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A741581-C4A6-43B7-A212-170C6B70A2D3}" type="datetimeFigureOut">
              <a:rPr lang="en-US" smtClean="0"/>
              <a:t>12/23/2019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CE78C1A-3B63-442D-B98F-F162A1F3FBFA}" type="slidenum">
              <a:rPr lang="en-US" smtClean="0"/>
              <a:t>‹#›</a:t>
            </a:fld>
            <a:endParaRPr lang="en-US"/>
          </a:p>
        </p:txBody>
      </p:sp>
    </p:spTree>
    <p:extLst>
      <p:ext uri="{BB962C8B-B14F-4D97-AF65-F5344CB8AC3E}">
        <p14:creationId xmlns:p14="http://schemas.microsoft.com/office/powerpoint/2010/main" val="33235379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A741581-C4A6-43B7-A212-170C6B70A2D3}" type="datetimeFigureOut">
              <a:rPr lang="en-US" smtClean="0"/>
              <a:t>12/23/2019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CE78C1A-3B63-442D-B98F-F162A1F3FBFA}" type="slidenum">
              <a:rPr lang="en-US" smtClean="0"/>
              <a:t>‹#›</a:t>
            </a:fld>
            <a:endParaRPr lang="en-US"/>
          </a:p>
        </p:txBody>
      </p:sp>
    </p:spTree>
    <p:extLst>
      <p:ext uri="{BB962C8B-B14F-4D97-AF65-F5344CB8AC3E}">
        <p14:creationId xmlns:p14="http://schemas.microsoft.com/office/powerpoint/2010/main" val="32408207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A741581-C4A6-43B7-A212-170C6B70A2D3}" type="datetimeFigureOut">
              <a:rPr lang="en-US" smtClean="0"/>
              <a:t>12/23/2019</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CE78C1A-3B63-442D-B98F-F162A1F3FBFA}" type="slidenum">
              <a:rPr lang="en-US" smtClean="0"/>
              <a:t>‹#›</a:t>
            </a:fld>
            <a:endParaRPr lang="en-US"/>
          </a:p>
        </p:txBody>
      </p:sp>
    </p:spTree>
    <p:extLst>
      <p:ext uri="{BB962C8B-B14F-4D97-AF65-F5344CB8AC3E}">
        <p14:creationId xmlns:p14="http://schemas.microsoft.com/office/powerpoint/2010/main" val="2463368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youtube.com/fahadhussaintutorial" TargetMode="External"/><Relationship Id="rId2" Type="http://schemas.openxmlformats.org/officeDocument/2006/relationships/hyperlink" Target="https://fahadhussaincs.blogspot.com/"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youtube.com/fahadhussaintutorial" TargetMode="External"/><Relationship Id="rId2" Type="http://schemas.openxmlformats.org/officeDocument/2006/relationships/hyperlink" Target="https://fahadhussaincs.blogspot.com/" TargetMode="Externa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hyperlink" Target="https://www.youtube.com/fahadhussaintutorial" TargetMode="External"/><Relationship Id="rId2" Type="http://schemas.openxmlformats.org/officeDocument/2006/relationships/hyperlink" Target="https://fahadhussaincs.blogspot.com/" TargetMode="External"/><Relationship Id="rId1" Type="http://schemas.openxmlformats.org/officeDocument/2006/relationships/slideLayout" Target="../slideLayouts/slideLayout1.xml"/><Relationship Id="rId5" Type="http://schemas.openxmlformats.org/officeDocument/2006/relationships/image" Target="../media/image23.emf"/><Relationship Id="rId4" Type="http://schemas.openxmlformats.org/officeDocument/2006/relationships/customXml" Target="../ink/ink1.xml"/></Relationships>
</file>

<file path=ppt/slides/_rels/slide4.xml.rels><?xml version="1.0" encoding="UTF-8" standalone="yes"?>
<Relationships xmlns="http://schemas.openxmlformats.org/package/2006/relationships"><Relationship Id="rId3" Type="http://schemas.openxmlformats.org/officeDocument/2006/relationships/hyperlink" Target="https://www.youtube.com/fahadhussaintutorial" TargetMode="External"/><Relationship Id="rId7" Type="http://schemas.openxmlformats.org/officeDocument/2006/relationships/image" Target="../media/image25.emf"/><Relationship Id="rId2" Type="http://schemas.openxmlformats.org/officeDocument/2006/relationships/hyperlink" Target="https://fahadhussaincs.blogspot.com/" TargetMode="External"/><Relationship Id="rId1" Type="http://schemas.openxmlformats.org/officeDocument/2006/relationships/slideLayout" Target="../slideLayouts/slideLayout1.xml"/><Relationship Id="rId6" Type="http://schemas.openxmlformats.org/officeDocument/2006/relationships/customXml" Target="../ink/ink2.xml"/><Relationship Id="rId5" Type="http://schemas.microsoft.com/office/2007/relationships/hdphoto" Target="../media/hdphoto1.wdp"/><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hyperlink" Target="https://www.youtube.com/fahadhussaintutorial" TargetMode="External"/><Relationship Id="rId2" Type="http://schemas.openxmlformats.org/officeDocument/2006/relationships/hyperlink" Target="https://fahadhussaincs.blogspot.com/" TargetMode="Externa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hyperlink" Target="https://www.youtube.com/fahadhussaintutorial" TargetMode="External"/><Relationship Id="rId2" Type="http://schemas.openxmlformats.org/officeDocument/2006/relationships/hyperlink" Target="https://fahadhussaincs.blogspot.com/" TargetMode="External"/><Relationship Id="rId1" Type="http://schemas.openxmlformats.org/officeDocument/2006/relationships/slideLayout" Target="../slideLayouts/slideLayout1.xml"/><Relationship Id="rId6" Type="http://schemas.openxmlformats.org/officeDocument/2006/relationships/image" Target="../media/image27.emf"/><Relationship Id="rId5" Type="http://schemas.openxmlformats.org/officeDocument/2006/relationships/customXml" Target="../ink/ink3.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hyperlink" Target="https://www.youtube.com/fahadhussaintutorial" TargetMode="External"/><Relationship Id="rId2" Type="http://schemas.openxmlformats.org/officeDocument/2006/relationships/hyperlink" Target="https://fahadhussaincs.blogspot.com/" TargetMode="External"/><Relationship Id="rId1" Type="http://schemas.openxmlformats.org/officeDocument/2006/relationships/slideLayout" Target="../slideLayouts/slideLayout1.xml"/><Relationship Id="rId6" Type="http://schemas.openxmlformats.org/officeDocument/2006/relationships/image" Target="../media/image29.emf"/><Relationship Id="rId5" Type="http://schemas.openxmlformats.org/officeDocument/2006/relationships/customXml" Target="../ink/ink4.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hyperlink" Target="https://www.youtube.com/fahadhussaintutorial" TargetMode="External"/><Relationship Id="rId2" Type="http://schemas.openxmlformats.org/officeDocument/2006/relationships/hyperlink" Target="https://fahadhussaincs.blogspot.com/" TargetMode="External"/><Relationship Id="rId1" Type="http://schemas.openxmlformats.org/officeDocument/2006/relationships/slideLayout" Target="../slideLayouts/slideLayout1.xml"/><Relationship Id="rId6" Type="http://schemas.openxmlformats.org/officeDocument/2006/relationships/image" Target="../media/image31.emf"/><Relationship Id="rId5" Type="http://schemas.openxmlformats.org/officeDocument/2006/relationships/customXml" Target="../ink/ink5.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hyperlink" Target="https://www.youtube.com/fahadhussaintutorial" TargetMode="External"/><Relationship Id="rId2" Type="http://schemas.openxmlformats.org/officeDocument/2006/relationships/hyperlink" Target="https://fahadhussaincs.blogspot.com/" TargetMode="External"/><Relationship Id="rId1" Type="http://schemas.openxmlformats.org/officeDocument/2006/relationships/slideLayout" Target="../slideLayouts/slideLayout1.xml"/><Relationship Id="rId4" Type="http://schemas.openxmlformats.org/officeDocument/2006/relationships/hyperlink" Target="https://towardsdatascience.com/understanding-the-mathematics-behind-gradient-descent-dde5dc9be06e" TargetMode="External"/></Relationships>
</file>

<file path=ppt/slides/_rels/slide10.xml.rels><?xml version="1.0" encoding="UTF-8" standalone="yes"?>
<Relationships xmlns="http://schemas.openxmlformats.org/package/2006/relationships"><Relationship Id="rId3" Type="http://schemas.openxmlformats.org/officeDocument/2006/relationships/hyperlink" Target="https://www.youtube.com/fahadhussaintutorial" TargetMode="External"/><Relationship Id="rId2" Type="http://schemas.openxmlformats.org/officeDocument/2006/relationships/hyperlink" Target="https://fahadhussaincs.blogspot.com/" TargetMode="Externa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462581"/>
            <a:ext cx="11940989" cy="1376980"/>
          </a:xfrm>
        </p:spPr>
        <p:txBody>
          <a:bodyPr>
            <a:noAutofit/>
          </a:bodyPr>
          <a:lstStyle/>
          <a:p>
            <a:br>
              <a:rPr lang="en-US" sz="9600" b="1" i="1" dirty="0">
                <a:effectLst>
                  <a:outerShdw blurRad="38100" dist="38100" dir="2700000" algn="tl">
                    <a:srgbClr val="000000">
                      <a:alpha val="43137"/>
                    </a:srgbClr>
                  </a:outerShdw>
                </a:effectLst>
              </a:rPr>
            </a:br>
            <a:br>
              <a:rPr lang="en-US" sz="9600" b="1" i="1" dirty="0">
                <a:effectLst>
                  <a:outerShdw blurRad="38100" dist="38100" dir="2700000" algn="tl">
                    <a:srgbClr val="000000">
                      <a:alpha val="43137"/>
                    </a:srgbClr>
                  </a:outerShdw>
                </a:effectLst>
              </a:rPr>
            </a:br>
            <a:br>
              <a:rPr lang="en-US" sz="9600" b="1" i="1" dirty="0">
                <a:effectLst>
                  <a:outerShdw blurRad="38100" dist="38100" dir="2700000" algn="tl">
                    <a:srgbClr val="000000">
                      <a:alpha val="43137"/>
                    </a:srgbClr>
                  </a:outerShdw>
                </a:effectLst>
              </a:rPr>
            </a:br>
            <a:r>
              <a:rPr lang="en-US" sz="8000" b="1" i="1" dirty="0">
                <a:solidFill>
                  <a:srgbClr val="002060"/>
                </a:solidFill>
                <a:effectLst>
                  <a:outerShdw blurRad="38100" dist="38100" dir="2700000" algn="tl">
                    <a:srgbClr val="000000">
                      <a:alpha val="43137"/>
                    </a:srgbClr>
                  </a:outerShdw>
                </a:effectLst>
              </a:rPr>
              <a:t>Deep Learning from Scratch</a:t>
            </a:r>
            <a:endParaRPr lang="en-US" sz="9600" b="1" i="1" dirty="0">
              <a:solidFill>
                <a:srgbClr val="00206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125505" y="3130476"/>
            <a:ext cx="11940989" cy="3576916"/>
          </a:xfrm>
        </p:spPr>
        <p:txBody>
          <a:bodyPr>
            <a:normAutofit fontScale="85000" lnSpcReduction="20000"/>
          </a:bodyPr>
          <a:lstStyle/>
          <a:p>
            <a:endParaRPr lang="en-US" dirty="0">
              <a:solidFill>
                <a:srgbClr val="7030A0"/>
              </a:solidFill>
            </a:endParaRPr>
          </a:p>
          <a:p>
            <a:r>
              <a:rPr lang="en-US" sz="3900" b="1" i="1" dirty="0">
                <a:solidFill>
                  <a:srgbClr val="7030A0"/>
                </a:solidFill>
              </a:rPr>
              <a:t>FAHAD HUSSAIN</a:t>
            </a:r>
          </a:p>
          <a:p>
            <a:r>
              <a:rPr lang="en-US" sz="3900" b="1" i="1" dirty="0">
                <a:solidFill>
                  <a:srgbClr val="7030A0"/>
                </a:solidFill>
              </a:rPr>
              <a:t>MCS, MSCS, DAE(CIT)</a:t>
            </a:r>
          </a:p>
          <a:p>
            <a:endParaRPr lang="en-US" dirty="0">
              <a:solidFill>
                <a:srgbClr val="7030A0"/>
              </a:solidFill>
            </a:endParaRPr>
          </a:p>
          <a:p>
            <a:r>
              <a:rPr lang="en-US" sz="3000" b="1" i="1" dirty="0">
                <a:solidFill>
                  <a:srgbClr val="7030A0"/>
                </a:solidFill>
              </a:rPr>
              <a:t>Computer Science Instructor </a:t>
            </a:r>
            <a:r>
              <a:rPr lang="en-US" sz="2800" dirty="0">
                <a:solidFill>
                  <a:srgbClr val="7030A0"/>
                </a:solidFill>
              </a:rPr>
              <a:t>of well known international Center</a:t>
            </a:r>
          </a:p>
          <a:p>
            <a:r>
              <a:rPr lang="en-US" sz="2800" dirty="0">
                <a:solidFill>
                  <a:srgbClr val="7030A0"/>
                </a:solidFill>
              </a:rPr>
              <a:t>Also, </a:t>
            </a:r>
            <a:r>
              <a:rPr lang="en-US" sz="2800" b="1" dirty="0">
                <a:solidFill>
                  <a:srgbClr val="7030A0"/>
                </a:solidFill>
                <a:effectLst>
                  <a:outerShdw blurRad="38100" dist="38100" dir="2700000" algn="tl">
                    <a:srgbClr val="000000">
                      <a:alpha val="43137"/>
                    </a:srgbClr>
                  </a:outerShdw>
                </a:effectLst>
              </a:rPr>
              <a:t>Machine Learning and Deep learning </a:t>
            </a:r>
            <a:r>
              <a:rPr lang="en-US" sz="2800" dirty="0">
                <a:solidFill>
                  <a:srgbClr val="7030A0"/>
                </a:solidFill>
              </a:rPr>
              <a:t>Practitioner</a:t>
            </a:r>
          </a:p>
          <a:p>
            <a:endParaRPr lang="en-US" dirty="0">
              <a:solidFill>
                <a:srgbClr val="7030A0"/>
              </a:solidFill>
            </a:endParaRPr>
          </a:p>
          <a:p>
            <a:r>
              <a:rPr lang="en-US" sz="2600" b="1" dirty="0">
                <a:solidFill>
                  <a:schemeClr val="accent6"/>
                </a:solidFill>
              </a:rPr>
              <a:t>For further assistance, code and slide     </a:t>
            </a:r>
            <a:r>
              <a:rPr lang="en-US" sz="2600" b="1" dirty="0">
                <a:solidFill>
                  <a:schemeClr val="accent6"/>
                </a:solidFill>
                <a:hlinkClick r:id="rId2"/>
              </a:rPr>
              <a:t>https://fahadhussaincs.blogspot.com/</a:t>
            </a:r>
            <a:endParaRPr lang="en-US" sz="2600" b="1" dirty="0">
              <a:solidFill>
                <a:schemeClr val="accent6"/>
              </a:solidFill>
            </a:endParaRPr>
          </a:p>
          <a:p>
            <a:r>
              <a:rPr lang="en-US" sz="2600" b="1" dirty="0">
                <a:solidFill>
                  <a:schemeClr val="accent6"/>
                </a:solidFill>
              </a:rPr>
              <a:t>YouTube Channel : </a:t>
            </a:r>
            <a:r>
              <a:rPr lang="en-US" sz="2800" dirty="0">
                <a:hlinkClick r:id="rId3"/>
              </a:rPr>
              <a:t>https://www.youtube.com/fahadhussaintutorial</a:t>
            </a:r>
            <a:endParaRPr lang="en-US" sz="2600" b="1" dirty="0">
              <a:solidFill>
                <a:schemeClr val="accent6"/>
              </a:solidFill>
            </a:endParaRPr>
          </a:p>
          <a:p>
            <a:endParaRPr lang="en-US" sz="2600" b="1" dirty="0">
              <a:solidFill>
                <a:schemeClr val="accent6"/>
              </a:solidFill>
            </a:endParaRPr>
          </a:p>
          <a:p>
            <a:endParaRPr lang="en-US" dirty="0">
              <a:solidFill>
                <a:srgbClr val="7030A0"/>
              </a:solidFill>
            </a:endParaRPr>
          </a:p>
        </p:txBody>
      </p:sp>
      <p:sp>
        <p:nvSpPr>
          <p:cNvPr id="4" name="TextBox 3">
            <a:extLst>
              <a:ext uri="{FF2B5EF4-FFF2-40B4-BE49-F238E27FC236}">
                <a16:creationId xmlns:a16="http://schemas.microsoft.com/office/drawing/2014/main" id="{ACB9E6F0-3039-4FF3-85BF-CECC30387444}"/>
              </a:ext>
            </a:extLst>
          </p:cNvPr>
          <p:cNvSpPr txBox="1"/>
          <p:nvPr/>
        </p:nvSpPr>
        <p:spPr>
          <a:xfrm>
            <a:off x="3790279" y="2377441"/>
            <a:ext cx="4371191" cy="769441"/>
          </a:xfrm>
          <a:prstGeom prst="rect">
            <a:avLst/>
          </a:prstGeom>
          <a:noFill/>
        </p:spPr>
        <p:txBody>
          <a:bodyPr wrap="square" rtlCol="0">
            <a:spAutoFit/>
          </a:bodyPr>
          <a:lstStyle/>
          <a:p>
            <a:r>
              <a:rPr lang="en-US" sz="4400" b="1" i="1" u="sng" dirty="0">
                <a:solidFill>
                  <a:srgbClr val="C00000"/>
                </a:solidFill>
                <a:effectLst>
                  <a:outerShdw blurRad="38100" dist="38100" dir="2700000" algn="tl">
                    <a:srgbClr val="000000">
                      <a:alpha val="43137"/>
                    </a:srgbClr>
                  </a:outerShdw>
                </a:effectLst>
              </a:rPr>
              <a:t>Theory + Practical </a:t>
            </a:r>
          </a:p>
        </p:txBody>
      </p:sp>
    </p:spTree>
    <p:extLst>
      <p:ext uri="{BB962C8B-B14F-4D97-AF65-F5344CB8AC3E}">
        <p14:creationId xmlns:p14="http://schemas.microsoft.com/office/powerpoint/2010/main" val="18585944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0165" y="1550678"/>
            <a:ext cx="10654169" cy="3756644"/>
          </a:xfrm>
        </p:spPr>
        <p:txBody>
          <a:bodyPr>
            <a:noAutofit/>
          </a:bodyPr>
          <a:lstStyle/>
          <a:p>
            <a:r>
              <a:rPr lang="en-US" sz="5400" b="1" dirty="0"/>
              <a:t>Back Propagation in deep learning</a:t>
            </a:r>
            <a:br>
              <a:rPr lang="en-US" sz="5400" b="1" dirty="0"/>
            </a:br>
            <a:br>
              <a:rPr lang="en-US" sz="5400" b="1" dirty="0"/>
            </a:br>
            <a:r>
              <a:rPr lang="en-US" sz="5400" b="1" dirty="0"/>
              <a:t>What is </a:t>
            </a:r>
            <a:r>
              <a:rPr lang="en-US" sz="5400" b="1" dirty="0">
                <a:solidFill>
                  <a:srgbClr val="7030A0"/>
                </a:solidFill>
                <a:effectLst>
                  <a:outerShdw blurRad="38100" dist="38100" dir="2700000" algn="tl">
                    <a:srgbClr val="000000">
                      <a:alpha val="43137"/>
                    </a:srgbClr>
                  </a:outerShdw>
                </a:effectLst>
              </a:rPr>
              <a:t>Bias</a:t>
            </a:r>
            <a:br>
              <a:rPr lang="en-US" sz="5400" b="1" dirty="0"/>
            </a:br>
            <a:r>
              <a:rPr lang="en-US" sz="4800" b="1" dirty="0"/>
              <a:t>Back Propagation (reduce Cost function)</a:t>
            </a:r>
            <a:br>
              <a:rPr lang="en-US" sz="5400" b="1" dirty="0"/>
            </a:br>
            <a:r>
              <a:rPr lang="en-US" sz="5400" b="1" dirty="0"/>
              <a:t>(</a:t>
            </a:r>
            <a:r>
              <a:rPr lang="en-US" sz="5400" b="1" dirty="0">
                <a:solidFill>
                  <a:srgbClr val="7030A0"/>
                </a:solidFill>
                <a:effectLst>
                  <a:outerShdw blurRad="38100" dist="38100" dir="2700000" algn="tl">
                    <a:srgbClr val="000000">
                      <a:alpha val="43137"/>
                    </a:srgbClr>
                  </a:outerShdw>
                </a:effectLst>
              </a:rPr>
              <a:t>Batch</a:t>
            </a:r>
            <a:r>
              <a:rPr lang="en-US" sz="5400" b="1" dirty="0"/>
              <a:t> </a:t>
            </a:r>
            <a:r>
              <a:rPr lang="en-US" sz="5400" b="1" dirty="0">
                <a:solidFill>
                  <a:srgbClr val="7030A0"/>
                </a:solidFill>
                <a:effectLst>
                  <a:outerShdw blurRad="38100" dist="38100" dir="2700000" algn="tl">
                    <a:srgbClr val="000000">
                      <a:alpha val="43137"/>
                    </a:srgbClr>
                  </a:outerShdw>
                </a:effectLst>
              </a:rPr>
              <a:t>Gradient Descent, Stochastic Gradient Descent,</a:t>
            </a:r>
            <a:r>
              <a:rPr lang="fr-FR" sz="5400" dirty="0"/>
              <a:t> </a:t>
            </a:r>
            <a:r>
              <a:rPr lang="fr-FR" sz="5400" b="1" dirty="0">
                <a:solidFill>
                  <a:srgbClr val="7030A0"/>
                </a:solidFill>
                <a:effectLst>
                  <a:outerShdw blurRad="38100" dist="38100" dir="2700000" algn="tl">
                    <a:srgbClr val="000000">
                      <a:alpha val="43137"/>
                    </a:srgbClr>
                  </a:outerShdw>
                </a:effectLst>
              </a:rPr>
              <a:t>Mini-batch Gradient </a:t>
            </a:r>
            <a:r>
              <a:rPr lang="en-US" sz="5400" b="1" dirty="0">
                <a:solidFill>
                  <a:srgbClr val="7030A0"/>
                </a:solidFill>
                <a:effectLst>
                  <a:outerShdw blurRad="38100" dist="38100" dir="2700000" algn="tl">
                    <a:srgbClr val="000000">
                      <a:alpha val="43137"/>
                    </a:srgbClr>
                  </a:outerShdw>
                </a:effectLst>
              </a:rPr>
              <a:t>Descent</a:t>
            </a:r>
            <a:r>
              <a:rPr lang="en-US" sz="5400" b="1" dirty="0"/>
              <a:t>)</a:t>
            </a:r>
            <a:endParaRPr lang="en-US" sz="5400" b="1" dirty="0">
              <a:solidFill>
                <a:schemeClr val="accent5"/>
              </a:solidFill>
            </a:endParaRPr>
          </a:p>
        </p:txBody>
      </p:sp>
      <p:sp>
        <p:nvSpPr>
          <p:cNvPr id="3" name="Subtitle 2"/>
          <p:cNvSpPr>
            <a:spLocks noGrp="1"/>
          </p:cNvSpPr>
          <p:nvPr>
            <p:ph type="subTitle" idx="1"/>
          </p:nvPr>
        </p:nvSpPr>
        <p:spPr>
          <a:xfrm>
            <a:off x="114747" y="6056555"/>
            <a:ext cx="11940989" cy="758413"/>
          </a:xfrm>
        </p:spPr>
        <p:txBody>
          <a:bodyPr>
            <a:normAutofit fontScale="92500" lnSpcReduction="20000"/>
          </a:bodyPr>
          <a:lstStyle/>
          <a:p>
            <a:r>
              <a:rPr lang="en-US" b="1" dirty="0">
                <a:solidFill>
                  <a:schemeClr val="accent6"/>
                </a:solidFill>
              </a:rPr>
              <a:t>For further assistance, code and slide     </a:t>
            </a:r>
            <a:r>
              <a:rPr lang="en-US" b="1" dirty="0">
                <a:solidFill>
                  <a:schemeClr val="accent6"/>
                </a:solidFill>
                <a:hlinkClick r:id="rId2"/>
              </a:rPr>
              <a:t>https://fahadhussaincs.blogspot.com/</a:t>
            </a:r>
            <a:endParaRPr lang="en-US" b="1" dirty="0">
              <a:solidFill>
                <a:schemeClr val="accent6"/>
              </a:solidFill>
            </a:endParaRPr>
          </a:p>
          <a:p>
            <a:r>
              <a:rPr lang="en-US" b="1" dirty="0">
                <a:solidFill>
                  <a:schemeClr val="accent6"/>
                </a:solidFill>
              </a:rPr>
              <a:t>YouTube Channel : </a:t>
            </a:r>
            <a:r>
              <a:rPr lang="en-US" dirty="0">
                <a:hlinkClick r:id="rId3"/>
              </a:rPr>
              <a:t>https://www.youtube.com/fahadhussaintutorial</a:t>
            </a:r>
            <a:endParaRPr lang="en-US" b="1" dirty="0">
              <a:solidFill>
                <a:schemeClr val="accent6"/>
              </a:solidFill>
            </a:endParaRPr>
          </a:p>
        </p:txBody>
      </p:sp>
    </p:spTree>
    <p:extLst>
      <p:ext uri="{BB962C8B-B14F-4D97-AF65-F5344CB8AC3E}">
        <p14:creationId xmlns:p14="http://schemas.microsoft.com/office/powerpoint/2010/main" val="35075389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8915" y="43032"/>
            <a:ext cx="10654169" cy="877950"/>
          </a:xfrm>
        </p:spPr>
        <p:txBody>
          <a:bodyPr>
            <a:noAutofit/>
          </a:bodyPr>
          <a:lstStyle/>
          <a:p>
            <a:br>
              <a:rPr lang="en-US" sz="5400" b="1" dirty="0"/>
            </a:br>
            <a:r>
              <a:rPr lang="en-US" sz="5400" b="1" dirty="0"/>
              <a:t>What is </a:t>
            </a:r>
            <a:r>
              <a:rPr lang="en-US" sz="5400" b="1" dirty="0">
                <a:solidFill>
                  <a:srgbClr val="7030A0"/>
                </a:solidFill>
                <a:effectLst>
                  <a:outerShdw blurRad="38100" dist="38100" dir="2700000" algn="tl">
                    <a:srgbClr val="000000">
                      <a:alpha val="43137"/>
                    </a:srgbClr>
                  </a:outerShdw>
                </a:effectLst>
              </a:rPr>
              <a:t>Bias</a:t>
            </a:r>
            <a:endParaRPr lang="en-US" sz="5400" b="1" dirty="0">
              <a:solidFill>
                <a:schemeClr val="accent5"/>
              </a:solidFill>
            </a:endParaRPr>
          </a:p>
        </p:txBody>
      </p:sp>
      <p:sp>
        <p:nvSpPr>
          <p:cNvPr id="3" name="Subtitle 2"/>
          <p:cNvSpPr>
            <a:spLocks noGrp="1"/>
          </p:cNvSpPr>
          <p:nvPr>
            <p:ph type="subTitle" idx="1"/>
          </p:nvPr>
        </p:nvSpPr>
        <p:spPr>
          <a:xfrm>
            <a:off x="114747" y="6056555"/>
            <a:ext cx="11940989" cy="758413"/>
          </a:xfrm>
        </p:spPr>
        <p:txBody>
          <a:bodyPr>
            <a:normAutofit fontScale="92500" lnSpcReduction="20000"/>
          </a:bodyPr>
          <a:lstStyle/>
          <a:p>
            <a:r>
              <a:rPr lang="en-US" b="1" dirty="0">
                <a:solidFill>
                  <a:schemeClr val="accent6"/>
                </a:solidFill>
              </a:rPr>
              <a:t>For further assistance, code and slide     </a:t>
            </a:r>
            <a:r>
              <a:rPr lang="en-US" b="1" dirty="0">
                <a:solidFill>
                  <a:schemeClr val="accent6"/>
                </a:solidFill>
                <a:hlinkClick r:id="rId2"/>
              </a:rPr>
              <a:t>https://fahadhussaincs.blogspot.com/</a:t>
            </a:r>
            <a:endParaRPr lang="en-US" b="1" dirty="0">
              <a:solidFill>
                <a:schemeClr val="accent6"/>
              </a:solidFill>
            </a:endParaRPr>
          </a:p>
          <a:p>
            <a:r>
              <a:rPr lang="en-US" b="1" dirty="0">
                <a:solidFill>
                  <a:schemeClr val="accent6"/>
                </a:solidFill>
              </a:rPr>
              <a:t>YouTube Channel : </a:t>
            </a:r>
            <a:r>
              <a:rPr lang="en-US" dirty="0">
                <a:hlinkClick r:id="rId3"/>
              </a:rPr>
              <a:t>https://www.youtube.com/fahadhussaintutorial</a:t>
            </a:r>
            <a:endParaRPr lang="en-US" b="1" dirty="0">
              <a:solidFill>
                <a:schemeClr val="accent6"/>
              </a:solidFill>
            </a:endParaRPr>
          </a:p>
        </p:txBody>
      </p:sp>
      <p:sp>
        <p:nvSpPr>
          <p:cNvPr id="5" name="Rectangle 4">
            <a:extLst>
              <a:ext uri="{FF2B5EF4-FFF2-40B4-BE49-F238E27FC236}">
                <a16:creationId xmlns:a16="http://schemas.microsoft.com/office/drawing/2014/main" id="{DFB99031-C882-4AFB-93D9-7E95BBA70FB8}"/>
              </a:ext>
            </a:extLst>
          </p:cNvPr>
          <p:cNvSpPr/>
          <p:nvPr/>
        </p:nvSpPr>
        <p:spPr>
          <a:xfrm>
            <a:off x="251011" y="920982"/>
            <a:ext cx="11940989" cy="4893647"/>
          </a:xfrm>
          <a:prstGeom prst="rect">
            <a:avLst/>
          </a:prstGeom>
        </p:spPr>
        <p:txBody>
          <a:bodyPr wrap="square">
            <a:spAutoFit/>
          </a:bodyPr>
          <a:lstStyle/>
          <a:p>
            <a:pPr algn="just"/>
            <a:r>
              <a:rPr lang="en-US" sz="2800" dirty="0"/>
              <a:t>Bias is just like an intercept added in a linear equation. It is an additional parameter in the Neural Network which is used to adjust the output along with the weighted sum of the inputs to the neuron. Moreover, bias value allows you to shift the activation function to either right or left.</a:t>
            </a:r>
          </a:p>
          <a:p>
            <a:pPr algn="ctr"/>
            <a:r>
              <a:rPr lang="en-US" sz="2800" b="1" dirty="0">
                <a:solidFill>
                  <a:srgbClr val="002060"/>
                </a:solidFill>
                <a:effectLst>
                  <a:outerShdw blurRad="38100" dist="38100" dir="2700000" algn="tl">
                    <a:srgbClr val="000000">
                      <a:alpha val="43137"/>
                    </a:srgbClr>
                  </a:outerShdw>
                </a:effectLst>
              </a:rPr>
              <a:t>output  =  sum (weights * inputs) + bias </a:t>
            </a:r>
          </a:p>
          <a:p>
            <a:pPr algn="just"/>
            <a:r>
              <a:rPr lang="en-US" sz="2800" dirty="0"/>
              <a:t>The output is calculated by multiplying the inputs with their weights and then passing it through an activation function like the Sigmoid function, etc. Here, bias acts like a constant which helps the model to fit the given data. The steepness of the Sigmoid depends on the weight of the inputs.</a:t>
            </a:r>
          </a:p>
          <a:p>
            <a:pPr algn="just"/>
            <a:r>
              <a:rPr lang="en-US" sz="2800" dirty="0"/>
              <a:t>A simpler way to understand bias is through a constant c of a linear function</a:t>
            </a:r>
          </a:p>
          <a:p>
            <a:pPr algn="ctr"/>
            <a:r>
              <a:rPr lang="en-US" sz="3200" b="1" i="1" dirty="0">
                <a:solidFill>
                  <a:srgbClr val="002060"/>
                </a:solidFill>
              </a:rPr>
              <a:t>y =mx + c</a:t>
            </a:r>
          </a:p>
        </p:txBody>
      </p:sp>
      <mc:AlternateContent xmlns:mc="http://schemas.openxmlformats.org/markup-compatibility/2006" xmlns:p14="http://schemas.microsoft.com/office/powerpoint/2010/main">
        <mc:Choice Requires="p14">
          <p:contentPart p14:bwMode="auto" r:id="rId4">
            <p14:nvContentPartPr>
              <p14:cNvPr id="4" name="Ink 3">
                <a:extLst>
                  <a:ext uri="{FF2B5EF4-FFF2-40B4-BE49-F238E27FC236}">
                    <a16:creationId xmlns:a16="http://schemas.microsoft.com/office/drawing/2014/main" id="{64EEE2D7-5912-4825-B25A-10DFA43ADFB9}"/>
                  </a:ext>
                </a:extLst>
              </p14:cNvPr>
              <p14:cNvContentPartPr/>
              <p14:nvPr/>
            </p14:nvContentPartPr>
            <p14:xfrm>
              <a:off x="5325480" y="3022560"/>
              <a:ext cx="3869640" cy="2828160"/>
            </p14:xfrm>
          </p:contentPart>
        </mc:Choice>
        <mc:Fallback xmlns="">
          <p:pic>
            <p:nvPicPr>
              <p:cNvPr id="4" name="Ink 3">
                <a:extLst>
                  <a:ext uri="{FF2B5EF4-FFF2-40B4-BE49-F238E27FC236}">
                    <a16:creationId xmlns:a16="http://schemas.microsoft.com/office/drawing/2014/main" id="{64EEE2D7-5912-4825-B25A-10DFA43ADFB9}"/>
                  </a:ext>
                </a:extLst>
              </p:cNvPr>
              <p:cNvPicPr/>
              <p:nvPr/>
            </p:nvPicPr>
            <p:blipFill>
              <a:blip r:embed="rId5"/>
              <a:stretch>
                <a:fillRect/>
              </a:stretch>
            </p:blipFill>
            <p:spPr>
              <a:xfrm>
                <a:off x="5316120" y="3013200"/>
                <a:ext cx="3888360" cy="2846880"/>
              </a:xfrm>
              <a:prstGeom prst="rect">
                <a:avLst/>
              </a:prstGeom>
            </p:spPr>
          </p:pic>
        </mc:Fallback>
      </mc:AlternateContent>
    </p:spTree>
    <p:extLst>
      <p:ext uri="{BB962C8B-B14F-4D97-AF65-F5344CB8AC3E}">
        <p14:creationId xmlns:p14="http://schemas.microsoft.com/office/powerpoint/2010/main" val="32774217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8915" y="43032"/>
            <a:ext cx="10654169" cy="877950"/>
          </a:xfrm>
        </p:spPr>
        <p:txBody>
          <a:bodyPr>
            <a:noAutofit/>
          </a:bodyPr>
          <a:lstStyle/>
          <a:p>
            <a:br>
              <a:rPr lang="en-US" sz="5400" b="1" dirty="0"/>
            </a:br>
            <a:r>
              <a:rPr lang="en-US" sz="5400" b="1" dirty="0"/>
              <a:t>What is </a:t>
            </a:r>
            <a:r>
              <a:rPr lang="en-US" sz="5400" b="1" dirty="0">
                <a:solidFill>
                  <a:srgbClr val="7030A0"/>
                </a:solidFill>
                <a:effectLst>
                  <a:outerShdw blurRad="38100" dist="38100" dir="2700000" algn="tl">
                    <a:srgbClr val="000000">
                      <a:alpha val="43137"/>
                    </a:srgbClr>
                  </a:outerShdw>
                </a:effectLst>
              </a:rPr>
              <a:t>Bias</a:t>
            </a:r>
            <a:endParaRPr lang="en-US" sz="5400" b="1" dirty="0">
              <a:solidFill>
                <a:schemeClr val="accent5"/>
              </a:solidFill>
            </a:endParaRPr>
          </a:p>
        </p:txBody>
      </p:sp>
      <p:sp>
        <p:nvSpPr>
          <p:cNvPr id="3" name="Subtitle 2"/>
          <p:cNvSpPr>
            <a:spLocks noGrp="1"/>
          </p:cNvSpPr>
          <p:nvPr>
            <p:ph type="subTitle" idx="1"/>
          </p:nvPr>
        </p:nvSpPr>
        <p:spPr>
          <a:xfrm>
            <a:off x="114747" y="6056555"/>
            <a:ext cx="11940989" cy="758413"/>
          </a:xfrm>
        </p:spPr>
        <p:txBody>
          <a:bodyPr>
            <a:normAutofit fontScale="92500" lnSpcReduction="20000"/>
          </a:bodyPr>
          <a:lstStyle/>
          <a:p>
            <a:r>
              <a:rPr lang="en-US" b="1" dirty="0">
                <a:solidFill>
                  <a:schemeClr val="accent6"/>
                </a:solidFill>
              </a:rPr>
              <a:t>For further assistance, code and slide     </a:t>
            </a:r>
            <a:r>
              <a:rPr lang="en-US" b="1" dirty="0">
                <a:solidFill>
                  <a:schemeClr val="accent6"/>
                </a:solidFill>
                <a:hlinkClick r:id="rId2"/>
              </a:rPr>
              <a:t>https://fahadhussaincs.blogspot.com/</a:t>
            </a:r>
            <a:endParaRPr lang="en-US" b="1" dirty="0">
              <a:solidFill>
                <a:schemeClr val="accent6"/>
              </a:solidFill>
            </a:endParaRPr>
          </a:p>
          <a:p>
            <a:r>
              <a:rPr lang="en-US" b="1" dirty="0">
                <a:solidFill>
                  <a:schemeClr val="accent6"/>
                </a:solidFill>
              </a:rPr>
              <a:t>YouTube Channel : </a:t>
            </a:r>
            <a:r>
              <a:rPr lang="en-US" dirty="0">
                <a:hlinkClick r:id="rId3"/>
              </a:rPr>
              <a:t>https://www.youtube.com/fahadhussaintutorial</a:t>
            </a:r>
            <a:endParaRPr lang="en-US" b="1" dirty="0">
              <a:solidFill>
                <a:schemeClr val="accent6"/>
              </a:solidFill>
            </a:endParaRPr>
          </a:p>
        </p:txBody>
      </p:sp>
      <p:pic>
        <p:nvPicPr>
          <p:cNvPr id="6" name="Picture 5">
            <a:extLst>
              <a:ext uri="{FF2B5EF4-FFF2-40B4-BE49-F238E27FC236}">
                <a16:creationId xmlns:a16="http://schemas.microsoft.com/office/drawing/2014/main" id="{5CC8367A-B1ED-4C89-8F6B-9B01F0DD18A5}"/>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50000"/>
                    </a14:imgEffect>
                  </a14:imgLayer>
                </a14:imgProps>
              </a:ext>
              <a:ext uri="{28A0092B-C50C-407E-A947-70E740481C1C}">
                <a14:useLocalDpi xmlns:a14="http://schemas.microsoft.com/office/drawing/2010/main" val="0"/>
              </a:ext>
            </a:extLst>
          </a:blip>
          <a:stretch>
            <a:fillRect/>
          </a:stretch>
        </p:blipFill>
        <p:spPr>
          <a:xfrm>
            <a:off x="2354017" y="781133"/>
            <a:ext cx="6671647" cy="4841870"/>
          </a:xfrm>
          <a:prstGeom prst="rect">
            <a:avLst/>
          </a:prstGeom>
        </p:spPr>
      </p:pic>
      <p:sp>
        <p:nvSpPr>
          <p:cNvPr id="7" name="Rectangle 6">
            <a:extLst>
              <a:ext uri="{FF2B5EF4-FFF2-40B4-BE49-F238E27FC236}">
                <a16:creationId xmlns:a16="http://schemas.microsoft.com/office/drawing/2014/main" id="{33CE965E-EB6A-4945-A455-DCD34A295F16}"/>
              </a:ext>
            </a:extLst>
          </p:cNvPr>
          <p:cNvSpPr/>
          <p:nvPr/>
        </p:nvSpPr>
        <p:spPr>
          <a:xfrm>
            <a:off x="5372234" y="3429000"/>
            <a:ext cx="3158580" cy="830997"/>
          </a:xfrm>
          <a:prstGeom prst="rect">
            <a:avLst/>
          </a:prstGeom>
        </p:spPr>
        <p:txBody>
          <a:bodyPr wrap="square">
            <a:spAutoFit/>
          </a:bodyPr>
          <a:lstStyle/>
          <a:p>
            <a:r>
              <a:rPr lang="en-US" sz="4800" b="1" dirty="0">
                <a:effectLst>
                  <a:outerShdw blurRad="38100" dist="38100" dir="2700000" algn="tl">
                    <a:srgbClr val="000000">
                      <a:alpha val="43137"/>
                    </a:srgbClr>
                  </a:outerShdw>
                </a:effectLst>
              </a:rPr>
              <a:t>W * x + b </a:t>
            </a:r>
          </a:p>
        </p:txBody>
      </p:sp>
      <mc:AlternateContent xmlns:mc="http://schemas.openxmlformats.org/markup-compatibility/2006" xmlns:p14="http://schemas.microsoft.com/office/powerpoint/2010/main">
        <mc:Choice Requires="p14">
          <p:contentPart p14:bwMode="auto" r:id="rId6">
            <p14:nvContentPartPr>
              <p14:cNvPr id="4" name="Ink 3">
                <a:extLst>
                  <a:ext uri="{FF2B5EF4-FFF2-40B4-BE49-F238E27FC236}">
                    <a16:creationId xmlns:a16="http://schemas.microsoft.com/office/drawing/2014/main" id="{F8F6A865-A1F1-4763-B760-28815CCDF069}"/>
                  </a:ext>
                </a:extLst>
              </p14:cNvPr>
              <p14:cNvContentPartPr/>
              <p14:nvPr/>
            </p14:nvContentPartPr>
            <p14:xfrm>
              <a:off x="2582280" y="1583280"/>
              <a:ext cx="5156640" cy="3183840"/>
            </p14:xfrm>
          </p:contentPart>
        </mc:Choice>
        <mc:Fallback xmlns="">
          <p:pic>
            <p:nvPicPr>
              <p:cNvPr id="4" name="Ink 3">
                <a:extLst>
                  <a:ext uri="{FF2B5EF4-FFF2-40B4-BE49-F238E27FC236}">
                    <a16:creationId xmlns:a16="http://schemas.microsoft.com/office/drawing/2014/main" id="{F8F6A865-A1F1-4763-B760-28815CCDF069}"/>
                  </a:ext>
                </a:extLst>
              </p:cNvPr>
              <p:cNvPicPr/>
              <p:nvPr/>
            </p:nvPicPr>
            <p:blipFill>
              <a:blip r:embed="rId7"/>
              <a:stretch>
                <a:fillRect/>
              </a:stretch>
            </p:blipFill>
            <p:spPr>
              <a:xfrm>
                <a:off x="2572920" y="1573920"/>
                <a:ext cx="5175360" cy="3202560"/>
              </a:xfrm>
              <a:prstGeom prst="rect">
                <a:avLst/>
              </a:prstGeom>
            </p:spPr>
          </p:pic>
        </mc:Fallback>
      </mc:AlternateContent>
    </p:spTree>
    <p:extLst>
      <p:ext uri="{BB962C8B-B14F-4D97-AF65-F5344CB8AC3E}">
        <p14:creationId xmlns:p14="http://schemas.microsoft.com/office/powerpoint/2010/main" val="28383118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8915" y="43032"/>
            <a:ext cx="10654169" cy="877950"/>
          </a:xfrm>
        </p:spPr>
        <p:txBody>
          <a:bodyPr>
            <a:noAutofit/>
          </a:bodyPr>
          <a:lstStyle/>
          <a:p>
            <a:br>
              <a:rPr lang="en-US" sz="5400" b="1" dirty="0"/>
            </a:br>
            <a:r>
              <a:rPr lang="en-US" sz="5400" b="1" dirty="0"/>
              <a:t>What is </a:t>
            </a:r>
            <a:r>
              <a:rPr lang="en-US" sz="5400" b="1" i="1" dirty="0">
                <a:solidFill>
                  <a:srgbClr val="002060"/>
                </a:solidFill>
                <a:effectLst>
                  <a:outerShdw blurRad="38100" dist="38100" dir="2700000" algn="tl">
                    <a:srgbClr val="000000">
                      <a:alpha val="43137"/>
                    </a:srgbClr>
                  </a:outerShdw>
                </a:effectLst>
                <a:latin typeface="medium-content-serif-font"/>
              </a:rPr>
              <a:t>Gradient Descent (BGD) </a:t>
            </a:r>
            <a:endParaRPr lang="en-US" sz="5400" b="1" dirty="0">
              <a:solidFill>
                <a:srgbClr val="00206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114747" y="6056555"/>
            <a:ext cx="11940989" cy="758413"/>
          </a:xfrm>
        </p:spPr>
        <p:txBody>
          <a:bodyPr>
            <a:normAutofit fontScale="92500" lnSpcReduction="20000"/>
          </a:bodyPr>
          <a:lstStyle/>
          <a:p>
            <a:r>
              <a:rPr lang="en-US" b="1" dirty="0">
                <a:solidFill>
                  <a:schemeClr val="accent6"/>
                </a:solidFill>
              </a:rPr>
              <a:t>For further assistance, code and slide     </a:t>
            </a:r>
            <a:r>
              <a:rPr lang="en-US" b="1" dirty="0">
                <a:solidFill>
                  <a:schemeClr val="accent6"/>
                </a:solidFill>
                <a:hlinkClick r:id="rId2"/>
              </a:rPr>
              <a:t>https://fahadhussaincs.blogspot.com/</a:t>
            </a:r>
            <a:endParaRPr lang="en-US" b="1" dirty="0">
              <a:solidFill>
                <a:schemeClr val="accent6"/>
              </a:solidFill>
            </a:endParaRPr>
          </a:p>
          <a:p>
            <a:r>
              <a:rPr lang="en-US" b="1" dirty="0">
                <a:solidFill>
                  <a:schemeClr val="accent6"/>
                </a:solidFill>
              </a:rPr>
              <a:t>YouTube Channel : </a:t>
            </a:r>
            <a:r>
              <a:rPr lang="en-US" dirty="0">
                <a:hlinkClick r:id="rId3"/>
              </a:rPr>
              <a:t>https://www.youtube.com/fahadhussaintutorial</a:t>
            </a:r>
            <a:endParaRPr lang="en-US" b="1" dirty="0">
              <a:solidFill>
                <a:schemeClr val="accent6"/>
              </a:solidFill>
            </a:endParaRPr>
          </a:p>
        </p:txBody>
      </p:sp>
      <p:sp>
        <p:nvSpPr>
          <p:cNvPr id="4" name="Rectangle 3">
            <a:extLst>
              <a:ext uri="{FF2B5EF4-FFF2-40B4-BE49-F238E27FC236}">
                <a16:creationId xmlns:a16="http://schemas.microsoft.com/office/drawing/2014/main" id="{E96D1B16-4660-4E46-989D-8E2D25F2B030}"/>
              </a:ext>
            </a:extLst>
          </p:cNvPr>
          <p:cNvSpPr/>
          <p:nvPr/>
        </p:nvSpPr>
        <p:spPr>
          <a:xfrm>
            <a:off x="1" y="1030958"/>
            <a:ext cx="12191999" cy="2677656"/>
          </a:xfrm>
          <a:prstGeom prst="rect">
            <a:avLst/>
          </a:prstGeom>
        </p:spPr>
        <p:txBody>
          <a:bodyPr wrap="square">
            <a:spAutoFit/>
          </a:bodyPr>
          <a:lstStyle/>
          <a:p>
            <a:pPr algn="just"/>
            <a:r>
              <a:rPr lang="en-US" sz="2800" i="1" dirty="0">
                <a:latin typeface="medium-content-serif-font"/>
              </a:rPr>
              <a:t>Gradient Descent is an optimization technique that is used to improve deep learning and neural network-based models by minimizing the cost function.</a:t>
            </a:r>
          </a:p>
          <a:p>
            <a:pPr algn="just"/>
            <a:r>
              <a:rPr lang="en-US" sz="2800" dirty="0"/>
              <a:t>Gradient Descent is a process that occurs in the </a:t>
            </a:r>
            <a:r>
              <a:rPr lang="en-US" sz="2800" b="1" dirty="0"/>
              <a:t>backpropagation</a:t>
            </a:r>
            <a:r>
              <a:rPr lang="en-US" sz="2800" dirty="0"/>
              <a:t> phase where the goal is to continuously resample the gradient of the model’s parameter in the opposite direction based on the weight </a:t>
            </a:r>
            <a:r>
              <a:rPr lang="en-US" sz="2800" i="1" dirty="0"/>
              <a:t>w</a:t>
            </a:r>
            <a:r>
              <a:rPr lang="en-US" sz="2800" dirty="0"/>
              <a:t>, updating consistently until we reach the </a:t>
            </a:r>
            <a:r>
              <a:rPr lang="en-US" sz="2800" b="1" dirty="0"/>
              <a:t>global minimum </a:t>
            </a:r>
            <a:r>
              <a:rPr lang="en-US" sz="2800" dirty="0"/>
              <a:t>of function </a:t>
            </a:r>
            <a:r>
              <a:rPr lang="en-US" sz="2800" i="1" dirty="0"/>
              <a:t>J(w).</a:t>
            </a:r>
            <a:endParaRPr lang="en-US" sz="2800" dirty="0"/>
          </a:p>
        </p:txBody>
      </p:sp>
      <p:sp>
        <p:nvSpPr>
          <p:cNvPr id="5" name="Rectangle 4">
            <a:extLst>
              <a:ext uri="{FF2B5EF4-FFF2-40B4-BE49-F238E27FC236}">
                <a16:creationId xmlns:a16="http://schemas.microsoft.com/office/drawing/2014/main" id="{88CB92B8-23A8-43EA-AB2F-A8BE04DB826F}"/>
              </a:ext>
            </a:extLst>
          </p:cNvPr>
          <p:cNvSpPr/>
          <p:nvPr/>
        </p:nvSpPr>
        <p:spPr>
          <a:xfrm>
            <a:off x="136264" y="4011160"/>
            <a:ext cx="12055736" cy="1815882"/>
          </a:xfrm>
          <a:prstGeom prst="rect">
            <a:avLst/>
          </a:prstGeom>
        </p:spPr>
        <p:txBody>
          <a:bodyPr wrap="square">
            <a:spAutoFit/>
          </a:bodyPr>
          <a:lstStyle/>
          <a:p>
            <a:r>
              <a:rPr lang="en-US" sz="2800" dirty="0">
                <a:solidFill>
                  <a:srgbClr val="002060"/>
                </a:solidFill>
                <a:latin typeface="Roboto"/>
              </a:rPr>
              <a:t>More Precisely, </a:t>
            </a:r>
          </a:p>
          <a:p>
            <a:r>
              <a:rPr lang="en-US" sz="2800" dirty="0">
                <a:solidFill>
                  <a:srgbClr val="002060"/>
                </a:solidFill>
                <a:latin typeface="Roboto"/>
              </a:rPr>
              <a:t>	Gradient descent is an algorithm, which is used to iterate through different combinations of weights in an optimal way.....to find the best combination of weights which has a minimum error.</a:t>
            </a:r>
            <a:endParaRPr lang="en-US" sz="2800" dirty="0">
              <a:solidFill>
                <a:srgbClr val="002060"/>
              </a:solidFill>
            </a:endParaRPr>
          </a:p>
        </p:txBody>
      </p:sp>
    </p:spTree>
    <p:extLst>
      <p:ext uri="{BB962C8B-B14F-4D97-AF65-F5344CB8AC3E}">
        <p14:creationId xmlns:p14="http://schemas.microsoft.com/office/powerpoint/2010/main" val="27430756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8915" y="43032"/>
            <a:ext cx="10654169" cy="877950"/>
          </a:xfrm>
        </p:spPr>
        <p:txBody>
          <a:bodyPr>
            <a:noAutofit/>
          </a:bodyPr>
          <a:lstStyle/>
          <a:p>
            <a:r>
              <a:rPr lang="en-US" sz="4400" b="1" i="1" dirty="0">
                <a:solidFill>
                  <a:srgbClr val="002060"/>
                </a:solidFill>
                <a:effectLst>
                  <a:outerShdw blurRad="38100" dist="38100" dir="2700000" algn="tl">
                    <a:srgbClr val="000000">
                      <a:alpha val="43137"/>
                    </a:srgbClr>
                  </a:outerShdw>
                </a:effectLst>
                <a:latin typeface="medium-content-serif-font"/>
              </a:rPr>
              <a:t>Brute force algorithm</a:t>
            </a:r>
            <a:endParaRPr lang="en-US" sz="4400" b="1" dirty="0">
              <a:solidFill>
                <a:srgbClr val="00206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114747" y="6056555"/>
            <a:ext cx="11940989" cy="758413"/>
          </a:xfrm>
        </p:spPr>
        <p:txBody>
          <a:bodyPr>
            <a:normAutofit fontScale="92500" lnSpcReduction="20000"/>
          </a:bodyPr>
          <a:lstStyle/>
          <a:p>
            <a:r>
              <a:rPr lang="en-US" b="1" dirty="0">
                <a:solidFill>
                  <a:schemeClr val="accent6"/>
                </a:solidFill>
              </a:rPr>
              <a:t>For further assistance, code and slide     </a:t>
            </a:r>
            <a:r>
              <a:rPr lang="en-US" b="1" dirty="0">
                <a:solidFill>
                  <a:schemeClr val="accent6"/>
                </a:solidFill>
                <a:hlinkClick r:id="rId2"/>
              </a:rPr>
              <a:t>https://fahadhussaincs.blogspot.com/</a:t>
            </a:r>
            <a:endParaRPr lang="en-US" b="1" dirty="0">
              <a:solidFill>
                <a:schemeClr val="accent6"/>
              </a:solidFill>
            </a:endParaRPr>
          </a:p>
          <a:p>
            <a:r>
              <a:rPr lang="en-US" b="1" dirty="0">
                <a:solidFill>
                  <a:schemeClr val="accent6"/>
                </a:solidFill>
              </a:rPr>
              <a:t>YouTube Channel : </a:t>
            </a:r>
            <a:r>
              <a:rPr lang="en-US" dirty="0">
                <a:hlinkClick r:id="rId3"/>
              </a:rPr>
              <a:t>https://www.youtube.com/fahadhussaintutorial</a:t>
            </a:r>
            <a:endParaRPr lang="en-US" b="1" dirty="0">
              <a:solidFill>
                <a:schemeClr val="accent6"/>
              </a:solidFill>
            </a:endParaRPr>
          </a:p>
        </p:txBody>
      </p:sp>
      <p:pic>
        <p:nvPicPr>
          <p:cNvPr id="11" name="Picture 10">
            <a:extLst>
              <a:ext uri="{FF2B5EF4-FFF2-40B4-BE49-F238E27FC236}">
                <a16:creationId xmlns:a16="http://schemas.microsoft.com/office/drawing/2014/main" id="{EF9EDD61-70C6-4981-96BE-C1C35A4C2626}"/>
              </a:ext>
            </a:extLst>
          </p:cNvPr>
          <p:cNvPicPr>
            <a:picLocks noChangeAspect="1"/>
          </p:cNvPicPr>
          <p:nvPr/>
        </p:nvPicPr>
        <p:blipFill>
          <a:blip r:embed="rId4"/>
          <a:stretch>
            <a:fillRect/>
          </a:stretch>
        </p:blipFill>
        <p:spPr>
          <a:xfrm>
            <a:off x="537883" y="1020636"/>
            <a:ext cx="7570080" cy="3698617"/>
          </a:xfrm>
          <a:prstGeom prst="rect">
            <a:avLst/>
          </a:prstGeom>
        </p:spPr>
      </p:pic>
      <p:sp>
        <p:nvSpPr>
          <p:cNvPr id="12" name="Rectangle 11">
            <a:extLst>
              <a:ext uri="{FF2B5EF4-FFF2-40B4-BE49-F238E27FC236}">
                <a16:creationId xmlns:a16="http://schemas.microsoft.com/office/drawing/2014/main" id="{E9998E09-12D8-4048-B222-9538F2727947}"/>
              </a:ext>
            </a:extLst>
          </p:cNvPr>
          <p:cNvSpPr/>
          <p:nvPr/>
        </p:nvSpPr>
        <p:spPr>
          <a:xfrm>
            <a:off x="537883" y="4477456"/>
            <a:ext cx="11392348" cy="1015663"/>
          </a:xfrm>
          <a:prstGeom prst="rect">
            <a:avLst/>
          </a:prstGeom>
        </p:spPr>
        <p:txBody>
          <a:bodyPr wrap="square">
            <a:spAutoFit/>
          </a:bodyPr>
          <a:lstStyle/>
          <a:p>
            <a:r>
              <a:rPr lang="en-US" sz="2000" b="1" dirty="0">
                <a:solidFill>
                  <a:srgbClr val="222222"/>
                </a:solidFill>
                <a:latin typeface="arial" panose="020B0604020202020204" pitchFamily="34" charset="0"/>
              </a:rPr>
              <a:t>Brute Force Algorithms</a:t>
            </a:r>
            <a:r>
              <a:rPr lang="en-US" sz="2000" dirty="0">
                <a:solidFill>
                  <a:srgbClr val="222222"/>
                </a:solidFill>
                <a:latin typeface="arial" panose="020B0604020202020204" pitchFamily="34" charset="0"/>
              </a:rPr>
              <a:t> refers to a programming style that does not include any shortcuts to improve performance, but instead relies on sheer computing power to try all possibilities until the solution to a problem is found. A classic example is the traveling salesman problem (TSP).</a:t>
            </a:r>
            <a:endParaRPr lang="en-US" sz="2000" dirty="0"/>
          </a:p>
        </p:txBody>
      </p:sp>
      <p:sp>
        <p:nvSpPr>
          <p:cNvPr id="13" name="Rectangle 12">
            <a:extLst>
              <a:ext uri="{FF2B5EF4-FFF2-40B4-BE49-F238E27FC236}">
                <a16:creationId xmlns:a16="http://schemas.microsoft.com/office/drawing/2014/main" id="{E7C26107-A011-412C-94E7-BEB5A61E0B89}"/>
              </a:ext>
            </a:extLst>
          </p:cNvPr>
          <p:cNvSpPr/>
          <p:nvPr/>
        </p:nvSpPr>
        <p:spPr>
          <a:xfrm>
            <a:off x="7871684" y="1484418"/>
            <a:ext cx="4196790" cy="584775"/>
          </a:xfrm>
          <a:prstGeom prst="rect">
            <a:avLst/>
          </a:prstGeom>
        </p:spPr>
        <p:txBody>
          <a:bodyPr wrap="none">
            <a:spAutoFit/>
          </a:bodyPr>
          <a:lstStyle/>
          <a:p>
            <a:r>
              <a:rPr lang="en-US" sz="3200" b="1" dirty="0">
                <a:effectLst>
                  <a:outerShdw blurRad="38100" dist="38100" dir="2700000" algn="tl">
                    <a:srgbClr val="000000">
                      <a:alpha val="43137"/>
                    </a:srgbClr>
                  </a:outerShdw>
                </a:effectLst>
              </a:rPr>
              <a:t>Curse of dimensionality</a:t>
            </a:r>
          </a:p>
        </p:txBody>
      </p:sp>
      <mc:AlternateContent xmlns:mc="http://schemas.openxmlformats.org/markup-compatibility/2006" xmlns:p14="http://schemas.microsoft.com/office/powerpoint/2010/main">
        <mc:Choice Requires="p14">
          <p:contentPart p14:bwMode="auto" r:id="rId5">
            <p14:nvContentPartPr>
              <p14:cNvPr id="4" name="Ink 3">
                <a:extLst>
                  <a:ext uri="{FF2B5EF4-FFF2-40B4-BE49-F238E27FC236}">
                    <a16:creationId xmlns:a16="http://schemas.microsoft.com/office/drawing/2014/main" id="{182EE15A-5733-4D10-882B-560A48E198D7}"/>
                  </a:ext>
                </a:extLst>
              </p14:cNvPr>
              <p14:cNvContentPartPr/>
              <p14:nvPr/>
            </p14:nvContentPartPr>
            <p14:xfrm>
              <a:off x="1049760" y="355320"/>
              <a:ext cx="11007000" cy="4081320"/>
            </p14:xfrm>
          </p:contentPart>
        </mc:Choice>
        <mc:Fallback xmlns="">
          <p:pic>
            <p:nvPicPr>
              <p:cNvPr id="4" name="Ink 3">
                <a:extLst>
                  <a:ext uri="{FF2B5EF4-FFF2-40B4-BE49-F238E27FC236}">
                    <a16:creationId xmlns:a16="http://schemas.microsoft.com/office/drawing/2014/main" id="{182EE15A-5733-4D10-882B-560A48E198D7}"/>
                  </a:ext>
                </a:extLst>
              </p:cNvPr>
              <p:cNvPicPr/>
              <p:nvPr/>
            </p:nvPicPr>
            <p:blipFill>
              <a:blip r:embed="rId6"/>
              <a:stretch>
                <a:fillRect/>
              </a:stretch>
            </p:blipFill>
            <p:spPr>
              <a:xfrm>
                <a:off x="1040400" y="345960"/>
                <a:ext cx="11025720" cy="4100040"/>
              </a:xfrm>
              <a:prstGeom prst="rect">
                <a:avLst/>
              </a:prstGeom>
            </p:spPr>
          </p:pic>
        </mc:Fallback>
      </mc:AlternateContent>
    </p:spTree>
    <p:extLst>
      <p:ext uri="{BB962C8B-B14F-4D97-AF65-F5344CB8AC3E}">
        <p14:creationId xmlns:p14="http://schemas.microsoft.com/office/powerpoint/2010/main" val="32975945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8915" y="43032"/>
            <a:ext cx="10654169" cy="877950"/>
          </a:xfrm>
        </p:spPr>
        <p:txBody>
          <a:bodyPr>
            <a:noAutofit/>
          </a:bodyPr>
          <a:lstStyle/>
          <a:p>
            <a:br>
              <a:rPr lang="en-US" sz="5400" b="1" dirty="0"/>
            </a:br>
            <a:r>
              <a:rPr lang="en-US" sz="5400" b="1" dirty="0"/>
              <a:t>What is </a:t>
            </a:r>
            <a:r>
              <a:rPr lang="en-US" sz="5400" b="1" i="1" dirty="0">
                <a:solidFill>
                  <a:srgbClr val="002060"/>
                </a:solidFill>
                <a:effectLst>
                  <a:outerShdw blurRad="38100" dist="38100" dir="2700000" algn="tl">
                    <a:srgbClr val="000000">
                      <a:alpha val="43137"/>
                    </a:srgbClr>
                  </a:outerShdw>
                </a:effectLst>
                <a:latin typeface="medium-content-serif-font"/>
              </a:rPr>
              <a:t>Gradient Descent </a:t>
            </a:r>
            <a:endParaRPr lang="en-US" sz="5400" b="1" dirty="0">
              <a:solidFill>
                <a:srgbClr val="00206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114747" y="6056555"/>
            <a:ext cx="11940989" cy="758413"/>
          </a:xfrm>
        </p:spPr>
        <p:txBody>
          <a:bodyPr>
            <a:normAutofit fontScale="92500" lnSpcReduction="20000"/>
          </a:bodyPr>
          <a:lstStyle/>
          <a:p>
            <a:r>
              <a:rPr lang="en-US" b="1" dirty="0">
                <a:solidFill>
                  <a:schemeClr val="accent6"/>
                </a:solidFill>
              </a:rPr>
              <a:t>For further assistance, code and slide     </a:t>
            </a:r>
            <a:r>
              <a:rPr lang="en-US" b="1" dirty="0">
                <a:solidFill>
                  <a:schemeClr val="accent6"/>
                </a:solidFill>
                <a:hlinkClick r:id="rId2"/>
              </a:rPr>
              <a:t>https://fahadhussaincs.blogspot.com/</a:t>
            </a:r>
            <a:endParaRPr lang="en-US" b="1" dirty="0">
              <a:solidFill>
                <a:schemeClr val="accent6"/>
              </a:solidFill>
            </a:endParaRPr>
          </a:p>
          <a:p>
            <a:r>
              <a:rPr lang="en-US" b="1" dirty="0">
                <a:solidFill>
                  <a:schemeClr val="accent6"/>
                </a:solidFill>
              </a:rPr>
              <a:t>YouTube Channel : </a:t>
            </a:r>
            <a:r>
              <a:rPr lang="en-US" dirty="0">
                <a:hlinkClick r:id="rId3"/>
              </a:rPr>
              <a:t>https://www.youtube.com/fahadhussaintutorial</a:t>
            </a:r>
            <a:endParaRPr lang="en-US" b="1" dirty="0">
              <a:solidFill>
                <a:schemeClr val="accent6"/>
              </a:solidFill>
            </a:endParaRPr>
          </a:p>
        </p:txBody>
      </p:sp>
      <p:pic>
        <p:nvPicPr>
          <p:cNvPr id="7" name="Picture 6">
            <a:extLst>
              <a:ext uri="{FF2B5EF4-FFF2-40B4-BE49-F238E27FC236}">
                <a16:creationId xmlns:a16="http://schemas.microsoft.com/office/drawing/2014/main" id="{946988C4-D585-49BC-BD95-05EA0B3221B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205779" y="1264445"/>
            <a:ext cx="4679049" cy="3667935"/>
          </a:xfrm>
          <a:prstGeom prst="rect">
            <a:avLst/>
          </a:prstGeom>
        </p:spPr>
      </p:pic>
      <mc:AlternateContent xmlns:mc="http://schemas.openxmlformats.org/markup-compatibility/2006" xmlns:p14="http://schemas.microsoft.com/office/powerpoint/2010/main">
        <mc:Choice Requires="p14">
          <p:contentPart p14:bwMode="auto" r:id="rId5">
            <p14:nvContentPartPr>
              <p14:cNvPr id="4" name="Ink 3">
                <a:extLst>
                  <a:ext uri="{FF2B5EF4-FFF2-40B4-BE49-F238E27FC236}">
                    <a16:creationId xmlns:a16="http://schemas.microsoft.com/office/drawing/2014/main" id="{B67BE7F0-895B-4F61-8C11-FA6606225223}"/>
                  </a:ext>
                </a:extLst>
              </p14:cNvPr>
              <p14:cNvContentPartPr/>
              <p14:nvPr/>
            </p14:nvContentPartPr>
            <p14:xfrm>
              <a:off x="592560" y="846720"/>
              <a:ext cx="11405160" cy="4335120"/>
            </p14:xfrm>
          </p:contentPart>
        </mc:Choice>
        <mc:Fallback xmlns="">
          <p:pic>
            <p:nvPicPr>
              <p:cNvPr id="4" name="Ink 3">
                <a:extLst>
                  <a:ext uri="{FF2B5EF4-FFF2-40B4-BE49-F238E27FC236}">
                    <a16:creationId xmlns:a16="http://schemas.microsoft.com/office/drawing/2014/main" id="{B67BE7F0-895B-4F61-8C11-FA6606225223}"/>
                  </a:ext>
                </a:extLst>
              </p:cNvPr>
              <p:cNvPicPr/>
              <p:nvPr/>
            </p:nvPicPr>
            <p:blipFill>
              <a:blip r:embed="rId6"/>
              <a:stretch>
                <a:fillRect/>
              </a:stretch>
            </p:blipFill>
            <p:spPr>
              <a:xfrm>
                <a:off x="583200" y="837360"/>
                <a:ext cx="11423880" cy="4353840"/>
              </a:xfrm>
              <a:prstGeom prst="rect">
                <a:avLst/>
              </a:prstGeom>
            </p:spPr>
          </p:pic>
        </mc:Fallback>
      </mc:AlternateContent>
    </p:spTree>
    <p:extLst>
      <p:ext uri="{BB962C8B-B14F-4D97-AF65-F5344CB8AC3E}">
        <p14:creationId xmlns:p14="http://schemas.microsoft.com/office/powerpoint/2010/main" val="11572014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8915" y="43032"/>
            <a:ext cx="10654169" cy="877950"/>
          </a:xfrm>
        </p:spPr>
        <p:txBody>
          <a:bodyPr>
            <a:noAutofit/>
          </a:bodyPr>
          <a:lstStyle/>
          <a:p>
            <a:br>
              <a:rPr lang="en-US" sz="5400" b="1" dirty="0"/>
            </a:br>
            <a:r>
              <a:rPr lang="en-US" sz="5400" b="1" dirty="0"/>
              <a:t>What is </a:t>
            </a:r>
            <a:r>
              <a:rPr lang="en-US" sz="5400" b="1" i="1" dirty="0">
                <a:solidFill>
                  <a:srgbClr val="002060"/>
                </a:solidFill>
                <a:effectLst>
                  <a:outerShdw blurRad="38100" dist="38100" dir="2700000" algn="tl">
                    <a:srgbClr val="000000">
                      <a:alpha val="43137"/>
                    </a:srgbClr>
                  </a:outerShdw>
                </a:effectLst>
                <a:latin typeface="medium-content-serif-font"/>
              </a:rPr>
              <a:t>Gradient Descent </a:t>
            </a:r>
            <a:endParaRPr lang="en-US" sz="5400" b="1" dirty="0">
              <a:solidFill>
                <a:srgbClr val="00206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114747" y="6056555"/>
            <a:ext cx="11940989" cy="758413"/>
          </a:xfrm>
        </p:spPr>
        <p:txBody>
          <a:bodyPr>
            <a:normAutofit fontScale="92500" lnSpcReduction="20000"/>
          </a:bodyPr>
          <a:lstStyle/>
          <a:p>
            <a:r>
              <a:rPr lang="en-US" b="1" dirty="0">
                <a:solidFill>
                  <a:schemeClr val="accent6"/>
                </a:solidFill>
              </a:rPr>
              <a:t>For further assistance, code and slide     </a:t>
            </a:r>
            <a:r>
              <a:rPr lang="en-US" b="1" dirty="0">
                <a:solidFill>
                  <a:schemeClr val="accent6"/>
                </a:solidFill>
                <a:hlinkClick r:id="rId2"/>
              </a:rPr>
              <a:t>https://fahadhussaincs.blogspot.com/</a:t>
            </a:r>
            <a:endParaRPr lang="en-US" b="1" dirty="0">
              <a:solidFill>
                <a:schemeClr val="accent6"/>
              </a:solidFill>
            </a:endParaRPr>
          </a:p>
          <a:p>
            <a:r>
              <a:rPr lang="en-US" b="1" dirty="0">
                <a:solidFill>
                  <a:schemeClr val="accent6"/>
                </a:solidFill>
              </a:rPr>
              <a:t>YouTube Channel : </a:t>
            </a:r>
            <a:r>
              <a:rPr lang="en-US" dirty="0">
                <a:hlinkClick r:id="rId3"/>
              </a:rPr>
              <a:t>https://www.youtube.com/fahadhussaintutorial</a:t>
            </a:r>
            <a:endParaRPr lang="en-US" b="1" dirty="0">
              <a:solidFill>
                <a:schemeClr val="accent6"/>
              </a:solidFill>
            </a:endParaRPr>
          </a:p>
        </p:txBody>
      </p:sp>
      <p:pic>
        <p:nvPicPr>
          <p:cNvPr id="4" name="Picture 3">
            <a:extLst>
              <a:ext uri="{FF2B5EF4-FFF2-40B4-BE49-F238E27FC236}">
                <a16:creationId xmlns:a16="http://schemas.microsoft.com/office/drawing/2014/main" id="{D2C58A22-ECC9-43FA-BDCB-789504428BB8}"/>
              </a:ext>
            </a:extLst>
          </p:cNvPr>
          <p:cNvPicPr>
            <a:picLocks noChangeAspect="1"/>
          </p:cNvPicPr>
          <p:nvPr/>
        </p:nvPicPr>
        <p:blipFill>
          <a:blip r:embed="rId4"/>
          <a:stretch>
            <a:fillRect/>
          </a:stretch>
        </p:blipFill>
        <p:spPr>
          <a:xfrm>
            <a:off x="423862" y="923925"/>
            <a:ext cx="11344275" cy="5010150"/>
          </a:xfrm>
          <a:prstGeom prst="rect">
            <a:avLst/>
          </a:prstGeom>
        </p:spPr>
      </p:pic>
      <mc:AlternateContent xmlns:mc="http://schemas.openxmlformats.org/markup-compatibility/2006" xmlns:p14="http://schemas.microsoft.com/office/powerpoint/2010/main">
        <mc:Choice Requires="p14">
          <p:contentPart p14:bwMode="auto" r:id="rId5">
            <p14:nvContentPartPr>
              <p14:cNvPr id="5" name="Ink 4">
                <a:extLst>
                  <a:ext uri="{FF2B5EF4-FFF2-40B4-BE49-F238E27FC236}">
                    <a16:creationId xmlns:a16="http://schemas.microsoft.com/office/drawing/2014/main" id="{D837783D-7BEF-4409-A8E5-EDA2AD26DC4F}"/>
                  </a:ext>
                </a:extLst>
              </p14:cNvPr>
              <p14:cNvContentPartPr/>
              <p14:nvPr/>
            </p14:nvContentPartPr>
            <p14:xfrm>
              <a:off x="7357680" y="2463840"/>
              <a:ext cx="1532520" cy="1583640"/>
            </p14:xfrm>
          </p:contentPart>
        </mc:Choice>
        <mc:Fallback xmlns="">
          <p:pic>
            <p:nvPicPr>
              <p:cNvPr id="5" name="Ink 4">
                <a:extLst>
                  <a:ext uri="{FF2B5EF4-FFF2-40B4-BE49-F238E27FC236}">
                    <a16:creationId xmlns:a16="http://schemas.microsoft.com/office/drawing/2014/main" id="{D837783D-7BEF-4409-A8E5-EDA2AD26DC4F}"/>
                  </a:ext>
                </a:extLst>
              </p:cNvPr>
              <p:cNvPicPr/>
              <p:nvPr/>
            </p:nvPicPr>
            <p:blipFill>
              <a:blip r:embed="rId6"/>
              <a:stretch>
                <a:fillRect/>
              </a:stretch>
            </p:blipFill>
            <p:spPr>
              <a:xfrm>
                <a:off x="7348320" y="2454480"/>
                <a:ext cx="1551240" cy="1602360"/>
              </a:xfrm>
              <a:prstGeom prst="rect">
                <a:avLst/>
              </a:prstGeom>
            </p:spPr>
          </p:pic>
        </mc:Fallback>
      </mc:AlternateContent>
    </p:spTree>
    <p:extLst>
      <p:ext uri="{BB962C8B-B14F-4D97-AF65-F5344CB8AC3E}">
        <p14:creationId xmlns:p14="http://schemas.microsoft.com/office/powerpoint/2010/main" val="22475718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58156" y="362471"/>
            <a:ext cx="10654169" cy="877950"/>
          </a:xfrm>
        </p:spPr>
        <p:txBody>
          <a:bodyPr>
            <a:noAutofit/>
          </a:bodyPr>
          <a:lstStyle/>
          <a:p>
            <a:r>
              <a:rPr lang="en-US" sz="7200" b="1" dirty="0">
                <a:effectLst>
                  <a:outerShdw blurRad="38100" dist="38100" dir="2700000" algn="tl">
                    <a:srgbClr val="000000">
                      <a:alpha val="43137"/>
                    </a:srgbClr>
                  </a:outerShdw>
                </a:effectLst>
              </a:rPr>
              <a:t>Useful link</a:t>
            </a:r>
            <a:endParaRPr lang="en-US" sz="7200" b="1" dirty="0">
              <a:solidFill>
                <a:srgbClr val="00206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114747" y="6056555"/>
            <a:ext cx="11940989" cy="758413"/>
          </a:xfrm>
        </p:spPr>
        <p:txBody>
          <a:bodyPr>
            <a:normAutofit fontScale="92500" lnSpcReduction="20000"/>
          </a:bodyPr>
          <a:lstStyle/>
          <a:p>
            <a:r>
              <a:rPr lang="en-US" b="1" dirty="0">
                <a:solidFill>
                  <a:schemeClr val="accent6"/>
                </a:solidFill>
              </a:rPr>
              <a:t>For further assistance, code and slide     </a:t>
            </a:r>
            <a:r>
              <a:rPr lang="en-US" b="1" dirty="0">
                <a:solidFill>
                  <a:schemeClr val="accent6"/>
                </a:solidFill>
                <a:hlinkClick r:id="rId2"/>
              </a:rPr>
              <a:t>https://fahadhussaincs.blogspot.com/</a:t>
            </a:r>
            <a:endParaRPr lang="en-US" b="1" dirty="0">
              <a:solidFill>
                <a:schemeClr val="accent6"/>
              </a:solidFill>
            </a:endParaRPr>
          </a:p>
          <a:p>
            <a:r>
              <a:rPr lang="en-US" b="1" dirty="0">
                <a:solidFill>
                  <a:schemeClr val="accent6"/>
                </a:solidFill>
              </a:rPr>
              <a:t>YouTube Channel : </a:t>
            </a:r>
            <a:r>
              <a:rPr lang="en-US" dirty="0">
                <a:hlinkClick r:id="rId3"/>
              </a:rPr>
              <a:t>https://www.youtube.com/fahadhussaintutorial</a:t>
            </a:r>
            <a:endParaRPr lang="en-US" b="1" dirty="0">
              <a:solidFill>
                <a:schemeClr val="accent6"/>
              </a:solidFill>
            </a:endParaRPr>
          </a:p>
        </p:txBody>
      </p:sp>
      <p:sp>
        <p:nvSpPr>
          <p:cNvPr id="6" name="Rectangle 5">
            <a:extLst>
              <a:ext uri="{FF2B5EF4-FFF2-40B4-BE49-F238E27FC236}">
                <a16:creationId xmlns:a16="http://schemas.microsoft.com/office/drawing/2014/main" id="{23BB1505-03CE-4EC3-A13F-1946F313F14B}"/>
              </a:ext>
            </a:extLst>
          </p:cNvPr>
          <p:cNvSpPr/>
          <p:nvPr/>
        </p:nvSpPr>
        <p:spPr>
          <a:xfrm>
            <a:off x="573739" y="2474935"/>
            <a:ext cx="11481997" cy="1077218"/>
          </a:xfrm>
          <a:prstGeom prst="rect">
            <a:avLst/>
          </a:prstGeom>
        </p:spPr>
        <p:txBody>
          <a:bodyPr wrap="square">
            <a:spAutoFit/>
          </a:bodyPr>
          <a:lstStyle/>
          <a:p>
            <a:r>
              <a:rPr lang="en-IN" sz="3200" dirty="0">
                <a:hlinkClick r:id="rId4"/>
              </a:rPr>
              <a:t>https://towardsdatascience.com/understanding-the-mathematics-behind-gradient-descent-dde5dc9be06e</a:t>
            </a:r>
            <a:endParaRPr lang="en-PK" sz="3200" dirty="0"/>
          </a:p>
        </p:txBody>
      </p:sp>
    </p:spTree>
    <p:extLst>
      <p:ext uri="{BB962C8B-B14F-4D97-AF65-F5344CB8AC3E}">
        <p14:creationId xmlns:p14="http://schemas.microsoft.com/office/powerpoint/2010/main" val="20366636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14747" y="6056555"/>
            <a:ext cx="11940989" cy="758413"/>
          </a:xfrm>
        </p:spPr>
        <p:txBody>
          <a:bodyPr>
            <a:normAutofit fontScale="92500" lnSpcReduction="20000"/>
          </a:bodyPr>
          <a:lstStyle/>
          <a:p>
            <a:r>
              <a:rPr lang="en-US" b="1" dirty="0">
                <a:solidFill>
                  <a:schemeClr val="accent6"/>
                </a:solidFill>
              </a:rPr>
              <a:t>For further assistance, code and slide     </a:t>
            </a:r>
            <a:r>
              <a:rPr lang="en-US" b="1" dirty="0">
                <a:solidFill>
                  <a:schemeClr val="accent6"/>
                </a:solidFill>
                <a:hlinkClick r:id="rId2"/>
              </a:rPr>
              <a:t>https://fahadhussaincs.blogspot.com/</a:t>
            </a:r>
            <a:endParaRPr lang="en-US" b="1" dirty="0">
              <a:solidFill>
                <a:schemeClr val="accent6"/>
              </a:solidFill>
            </a:endParaRPr>
          </a:p>
          <a:p>
            <a:r>
              <a:rPr lang="en-US" b="1" dirty="0">
                <a:solidFill>
                  <a:schemeClr val="accent6"/>
                </a:solidFill>
              </a:rPr>
              <a:t>YouTube Channel : </a:t>
            </a:r>
            <a:r>
              <a:rPr lang="en-US" dirty="0">
                <a:hlinkClick r:id="rId3"/>
              </a:rPr>
              <a:t>https://www.youtube.com/fahadhussaintutorial</a:t>
            </a:r>
            <a:endParaRPr lang="en-US" b="1" dirty="0">
              <a:solidFill>
                <a:schemeClr val="accent6"/>
              </a:solidFill>
            </a:endParaRPr>
          </a:p>
        </p:txBody>
      </p:sp>
      <p:sp>
        <p:nvSpPr>
          <p:cNvPr id="5" name="TextBox 4">
            <a:extLst>
              <a:ext uri="{FF2B5EF4-FFF2-40B4-BE49-F238E27FC236}">
                <a16:creationId xmlns:a16="http://schemas.microsoft.com/office/drawing/2014/main" id="{85ADD4CF-6B7E-4CDB-8E9A-411679895EA6}"/>
              </a:ext>
            </a:extLst>
          </p:cNvPr>
          <p:cNvSpPr txBox="1"/>
          <p:nvPr/>
        </p:nvSpPr>
        <p:spPr>
          <a:xfrm>
            <a:off x="841721" y="2006088"/>
            <a:ext cx="10726272" cy="2646878"/>
          </a:xfrm>
          <a:prstGeom prst="rect">
            <a:avLst/>
          </a:prstGeom>
          <a:noFill/>
        </p:spPr>
        <p:txBody>
          <a:bodyPr wrap="square" rtlCol="0">
            <a:spAutoFit/>
          </a:bodyPr>
          <a:lstStyle/>
          <a:p>
            <a:r>
              <a:rPr lang="en-US" sz="16600" b="1" dirty="0">
                <a:solidFill>
                  <a:srgbClr val="7030A0"/>
                </a:solidFill>
              </a:rPr>
              <a:t>Thank You!</a:t>
            </a:r>
            <a:endParaRPr lang="en-US" sz="4000" b="1" dirty="0">
              <a:solidFill>
                <a:srgbClr val="7030A0"/>
              </a:solidFill>
            </a:endParaRPr>
          </a:p>
        </p:txBody>
      </p:sp>
    </p:spTree>
    <p:extLst>
      <p:ext uri="{BB962C8B-B14F-4D97-AF65-F5344CB8AC3E}">
        <p14:creationId xmlns:p14="http://schemas.microsoft.com/office/powerpoint/2010/main" val="282813245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26475</TotalTime>
  <Words>688</Words>
  <Application>Microsoft Office PowerPoint</Application>
  <PresentationFormat>Widescreen</PresentationFormat>
  <Paragraphs>51</Paragraphs>
  <Slides>10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Arial</vt:lpstr>
      <vt:lpstr>Arial</vt:lpstr>
      <vt:lpstr>Calibri</vt:lpstr>
      <vt:lpstr>Calibri Light</vt:lpstr>
      <vt:lpstr>medium-content-serif-font</vt:lpstr>
      <vt:lpstr>Roboto</vt:lpstr>
      <vt:lpstr>Office Theme</vt:lpstr>
      <vt:lpstr>   Deep Learning from Scratch</vt:lpstr>
      <vt:lpstr>Back Propagation in deep learning  What is Bias Back Propagation (reduce Cost function) (Batch Gradient Descent, Stochastic Gradient Descent, Mini-batch Gradient Descent)</vt:lpstr>
      <vt:lpstr> What is Bias</vt:lpstr>
      <vt:lpstr> What is Bias</vt:lpstr>
      <vt:lpstr> What is Gradient Descent (BGD) </vt:lpstr>
      <vt:lpstr>Brute force algorithm</vt:lpstr>
      <vt:lpstr> What is Gradient Descent </vt:lpstr>
      <vt:lpstr> What is Gradient Descent </vt:lpstr>
      <vt:lpstr>Useful link</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Object-oriented programming</dc:title>
  <dc:creator>Fahad Hussain</dc:creator>
  <cp:lastModifiedBy>Fahad Hussain</cp:lastModifiedBy>
  <cp:revision>358</cp:revision>
  <dcterms:created xsi:type="dcterms:W3CDTF">2019-11-05T08:22:51Z</dcterms:created>
  <dcterms:modified xsi:type="dcterms:W3CDTF">2019-12-23T08:22:42Z</dcterms:modified>
</cp:coreProperties>
</file>